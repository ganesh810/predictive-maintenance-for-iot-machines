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3" r:id="rId8"/>
    <p:sldId id="264" r:id="rId9"/>
    <p:sldId id="265" r:id="rId10"/>
    <p:sldId id="266" r:id="rId11"/>
    <p:sldId id="267" r:id="rId1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63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grpSp>
        <p:nvGrpSpPr>
          <p:cNvPr id="8" name="Google Shape;9;p2"/>
          <p:cNvGrpSpPr/>
          <p:nvPr/>
        </p:nvGrpSpPr>
        <p:grpSpPr>
          <a:xfrm>
            <a:off x="0" y="0"/>
            <a:ext cx="9143640" cy="228240"/>
            <a:chOff x="0" y="0"/>
            <a:chExt cx="9143640" cy="228240"/>
          </a:xfrm>
        </p:grpSpPr>
        <p:sp>
          <p:nvSpPr>
            <p:cNvPr id="9" name="Google Shape;10;p2"/>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 name="Google Shape;11;p2"/>
            <p:cNvGrpSpPr/>
            <p:nvPr/>
          </p:nvGrpSpPr>
          <p:grpSpPr>
            <a:xfrm>
              <a:off x="228600" y="75240"/>
              <a:ext cx="339120" cy="77760"/>
              <a:chOff x="228600" y="75240"/>
              <a:chExt cx="339120" cy="77760"/>
            </a:xfrm>
          </p:grpSpPr>
          <p:sp>
            <p:nvSpPr>
              <p:cNvPr id="3" name="Google Shape;12;p2"/>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4" name="Google Shape;13;p2"/>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5" name="Google Shape;14;p2"/>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6" name="PlaceHolder 1"/>
          <p:cNvSpPr>
            <a:spLocks noGrp="1"/>
          </p:cNvSpPr>
          <p:nvPr>
            <p:ph type="title"/>
          </p:nvPr>
        </p:nvSpPr>
        <p:spPr>
          <a:xfrm>
            <a:off x="228600" y="1854000"/>
            <a:ext cx="5257440" cy="2400840"/>
          </a:xfrm>
          <a:prstGeom prst="rect">
            <a:avLst/>
          </a:prstGeom>
          <a:noFill/>
          <a:ln w="0">
            <a:noFill/>
          </a:ln>
        </p:spPr>
        <p:txBody>
          <a:bodyPr lIns="91440" tIns="91440" rIns="91440" bIns="91440" anchor="b">
            <a:noAutofit/>
          </a:bodyPr>
          <a:lstStyle/>
          <a:p>
            <a:pPr indent="0">
              <a:buNone/>
            </a:pPr>
            <a:r>
              <a:rPr lang="fr-FR" sz="7200" b="0" u="none" strike="noStrike">
                <a:solidFill>
                  <a:schemeClr val="dk1"/>
                </a:solidFill>
                <a:effectLst/>
                <a:uFillTx/>
                <a:latin typeface="Arial"/>
              </a:rPr>
              <a:t>Click to edit the title text format</a:t>
            </a:r>
          </a:p>
        </p:txBody>
      </p:sp>
      <p:sp>
        <p:nvSpPr>
          <p:cNvPr id="7" name="PlaceHolder 2"/>
          <p:cNvSpPr>
            <a:spLocks noGrp="1"/>
          </p:cNvSpPr>
          <p:nvPr>
            <p:ph type="body"/>
          </p:nvPr>
        </p:nvSpPr>
        <p:spPr>
          <a:xfrm>
            <a:off x="6341040" y="1006920"/>
            <a:ext cx="2573640" cy="3907800"/>
          </a:xfrm>
          <a:prstGeom prst="rect">
            <a:avLst/>
          </a:prstGeom>
          <a:noFill/>
          <a:ln w="0">
            <a:noFill/>
          </a:ln>
        </p:spPr>
        <p:txBody>
          <a:bodyPr lIns="90000" tIns="45000" rIns="90000" bIns="45000" anchor="t">
            <a:normAutofit fontScale="40000" lnSpcReduction="1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grpSp>
        <p:nvGrpSpPr>
          <p:cNvPr id="8" name="Google Shape;90;p11"/>
          <p:cNvGrpSpPr/>
          <p:nvPr/>
        </p:nvGrpSpPr>
        <p:grpSpPr>
          <a:xfrm>
            <a:off x="0" y="0"/>
            <a:ext cx="9143640" cy="228240"/>
            <a:chOff x="0" y="0"/>
            <a:chExt cx="9143640" cy="228240"/>
          </a:xfrm>
        </p:grpSpPr>
        <p:sp>
          <p:nvSpPr>
            <p:cNvPr id="9" name="Google Shape;91;p11"/>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 name="Google Shape;92;p11"/>
            <p:cNvGrpSpPr/>
            <p:nvPr/>
          </p:nvGrpSpPr>
          <p:grpSpPr>
            <a:xfrm>
              <a:off x="228600" y="75240"/>
              <a:ext cx="339120" cy="77760"/>
              <a:chOff x="228600" y="75240"/>
              <a:chExt cx="339120" cy="77760"/>
            </a:xfrm>
          </p:grpSpPr>
          <p:sp>
            <p:nvSpPr>
              <p:cNvPr id="11" name="Google Shape;93;p11"/>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2" name="Google Shape;94;p11"/>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3" name="Google Shape;95;p11"/>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14" name="PlaceHolder 1"/>
          <p:cNvSpPr>
            <a:spLocks noGrp="1"/>
          </p:cNvSpPr>
          <p:nvPr>
            <p:ph type="title"/>
          </p:nvPr>
        </p:nvSpPr>
        <p:spPr>
          <a:xfrm>
            <a:off x="1284120" y="1953000"/>
            <a:ext cx="6575760" cy="799200"/>
          </a:xfrm>
          <a:prstGeom prst="rect">
            <a:avLst/>
          </a:prstGeom>
          <a:noFill/>
          <a:ln w="0">
            <a:noFill/>
          </a:ln>
        </p:spPr>
        <p:txBody>
          <a:bodyPr lIns="91440" tIns="91440" rIns="91440" bIns="91440" anchor="b">
            <a:noAutofit/>
          </a:bodyPr>
          <a:lstStyle/>
          <a:p>
            <a:pPr indent="0" algn="ctr">
              <a:lnSpc>
                <a:spcPct val="100000"/>
              </a:lnSpc>
              <a:buNone/>
            </a:pPr>
            <a:r>
              <a:rPr lang="fr-FR" sz="6000" b="1" u="none" strike="noStrike">
                <a:solidFill>
                  <a:schemeClr val="accent1"/>
                </a:solidFill>
                <a:effectLst/>
                <a:uFillTx/>
                <a:latin typeface="Space Grotesk"/>
                <a:ea typeface="Space Grotesk"/>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_1_1_1_1_2_1">
    <p:bg>
      <p:bgPr>
        <a:solidFill>
          <a:schemeClr val="lt1"/>
        </a:solidFill>
        <a:effectLst/>
      </p:bgPr>
    </p:bg>
    <p:spTree>
      <p:nvGrpSpPr>
        <p:cNvPr id="1" name=""/>
        <p:cNvGrpSpPr/>
        <p:nvPr/>
      </p:nvGrpSpPr>
      <p:grpSpPr>
        <a:xfrm>
          <a:off x="0" y="0"/>
          <a:ext cx="0" cy="0"/>
          <a:chOff x="0" y="0"/>
          <a:chExt cx="0" cy="0"/>
        </a:xfrm>
      </p:grpSpPr>
      <p:grpSp>
        <p:nvGrpSpPr>
          <p:cNvPr id="15" name="Google Shape;100;p13"/>
          <p:cNvGrpSpPr/>
          <p:nvPr/>
        </p:nvGrpSpPr>
        <p:grpSpPr>
          <a:xfrm>
            <a:off x="0" y="0"/>
            <a:ext cx="9143640" cy="228240"/>
            <a:chOff x="0" y="0"/>
            <a:chExt cx="9143640" cy="228240"/>
          </a:xfrm>
        </p:grpSpPr>
        <p:sp>
          <p:nvSpPr>
            <p:cNvPr id="16" name="Google Shape;101;p13"/>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7" name="Google Shape;102;p13"/>
            <p:cNvGrpSpPr/>
            <p:nvPr/>
          </p:nvGrpSpPr>
          <p:grpSpPr>
            <a:xfrm>
              <a:off x="228600" y="75240"/>
              <a:ext cx="339120" cy="77760"/>
              <a:chOff x="228600" y="75240"/>
              <a:chExt cx="339120" cy="77760"/>
            </a:xfrm>
          </p:grpSpPr>
          <p:sp>
            <p:nvSpPr>
              <p:cNvPr id="18" name="Google Shape;103;p13"/>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9" name="Google Shape;104;p13"/>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20" name="Google Shape;105;p13"/>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21" name="PlaceHolder 1"/>
          <p:cNvSpPr>
            <a:spLocks noGrp="1"/>
          </p:cNvSpPr>
          <p:nvPr>
            <p:ph type="title"/>
          </p:nvPr>
        </p:nvSpPr>
        <p:spPr>
          <a:xfrm>
            <a:off x="228600" y="4339080"/>
            <a:ext cx="8686440" cy="57564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22" name="PlaceHolder 2"/>
          <p:cNvSpPr>
            <a:spLocks noGrp="1"/>
          </p:cNvSpPr>
          <p:nvPr>
            <p:ph type="title"/>
          </p:nvPr>
        </p:nvSpPr>
        <p:spPr>
          <a:xfrm>
            <a:off x="8462520" y="1887480"/>
            <a:ext cx="452520" cy="310320"/>
          </a:xfrm>
          <a:prstGeom prst="rect">
            <a:avLst/>
          </a:prstGeom>
          <a:solidFill>
            <a:schemeClr val="dk1"/>
          </a:solidFill>
          <a:ln w="0">
            <a:noFill/>
          </a:ln>
        </p:spPr>
        <p:txBody>
          <a:bodyPr lIns="91440" tIns="91440" rIns="91440" bIns="91440" anchor="ctr">
            <a:noAutofit/>
          </a:bodyPr>
          <a:lstStyle/>
          <a:p>
            <a:pPr indent="0" algn="ctr">
              <a:lnSpc>
                <a:spcPct val="100000"/>
              </a:lnSpc>
              <a:buNone/>
            </a:pPr>
            <a:r>
              <a:rPr lang="fr-FR" sz="1600" b="0" u="none" strike="noStrike">
                <a:solidFill>
                  <a:schemeClr val="lt1"/>
                </a:solidFill>
                <a:effectLst/>
                <a:uFillTx/>
                <a:latin typeface="IBM Plex Mono SemiBold"/>
                <a:ea typeface="IBM Plex Mono SemiBold"/>
              </a:rPr>
              <a:t>xx%</a:t>
            </a:r>
            <a:endParaRPr lang="fr-FR" sz="1600" b="0" u="none" strike="noStrike">
              <a:solidFill>
                <a:schemeClr val="dk1"/>
              </a:solidFill>
              <a:effectLst/>
              <a:uFillTx/>
              <a:latin typeface="Arial"/>
            </a:endParaRPr>
          </a:p>
        </p:txBody>
      </p:sp>
      <p:sp>
        <p:nvSpPr>
          <p:cNvPr id="23" name="PlaceHolder 3"/>
          <p:cNvSpPr>
            <a:spLocks noGrp="1"/>
          </p:cNvSpPr>
          <p:nvPr>
            <p:ph type="title"/>
          </p:nvPr>
        </p:nvSpPr>
        <p:spPr>
          <a:xfrm>
            <a:off x="8462520" y="924840"/>
            <a:ext cx="452520" cy="310320"/>
          </a:xfrm>
          <a:prstGeom prst="rect">
            <a:avLst/>
          </a:prstGeom>
          <a:solidFill>
            <a:schemeClr val="dk1"/>
          </a:solidFill>
          <a:ln w="0">
            <a:noFill/>
          </a:ln>
        </p:spPr>
        <p:txBody>
          <a:bodyPr lIns="91440" tIns="91440" rIns="91440" bIns="91440" anchor="ctr">
            <a:noAutofit/>
          </a:bodyPr>
          <a:lstStyle/>
          <a:p>
            <a:pPr indent="0" algn="ctr">
              <a:lnSpc>
                <a:spcPct val="100000"/>
              </a:lnSpc>
              <a:buNone/>
            </a:pPr>
            <a:r>
              <a:rPr lang="fr-FR" sz="1600" b="0" u="none" strike="noStrike">
                <a:solidFill>
                  <a:schemeClr val="lt1"/>
                </a:solidFill>
                <a:effectLst/>
                <a:uFillTx/>
                <a:latin typeface="IBM Plex Mono SemiBold"/>
                <a:ea typeface="IBM Plex Mono SemiBold"/>
              </a:rPr>
              <a:t>xx%</a:t>
            </a:r>
            <a:endParaRPr lang="fr-FR" sz="1600" b="0" u="none" strike="noStrike">
              <a:solidFill>
                <a:schemeClr val="dk1"/>
              </a:solidFill>
              <a:effectLst/>
              <a:uFillTx/>
              <a:latin typeface="Arial"/>
            </a:endParaRPr>
          </a:p>
        </p:txBody>
      </p:sp>
      <p:sp>
        <p:nvSpPr>
          <p:cNvPr id="24" name="PlaceHolder 4"/>
          <p:cNvSpPr>
            <a:spLocks noGrp="1"/>
          </p:cNvSpPr>
          <p:nvPr>
            <p:ph type="title"/>
          </p:nvPr>
        </p:nvSpPr>
        <p:spPr>
          <a:xfrm>
            <a:off x="8462520" y="2368800"/>
            <a:ext cx="452520" cy="310320"/>
          </a:xfrm>
          <a:prstGeom prst="rect">
            <a:avLst/>
          </a:prstGeom>
          <a:solidFill>
            <a:schemeClr val="dk1"/>
          </a:solidFill>
          <a:ln w="0">
            <a:noFill/>
          </a:ln>
        </p:spPr>
        <p:txBody>
          <a:bodyPr lIns="91440" tIns="91440" rIns="91440" bIns="91440" anchor="ctr">
            <a:noAutofit/>
          </a:bodyPr>
          <a:lstStyle/>
          <a:p>
            <a:pPr indent="0" algn="ctr">
              <a:lnSpc>
                <a:spcPct val="100000"/>
              </a:lnSpc>
              <a:buNone/>
            </a:pPr>
            <a:r>
              <a:rPr lang="fr-FR" sz="1600" b="0" u="none" strike="noStrike">
                <a:solidFill>
                  <a:schemeClr val="lt1"/>
                </a:solidFill>
                <a:effectLst/>
                <a:uFillTx/>
                <a:latin typeface="IBM Plex Mono SemiBold"/>
                <a:ea typeface="IBM Plex Mono SemiBold"/>
              </a:rPr>
              <a:t>xx%</a:t>
            </a:r>
            <a:endParaRPr lang="fr-FR" sz="1600" b="0" u="none" strike="noStrike">
              <a:solidFill>
                <a:schemeClr val="dk1"/>
              </a:solidFill>
              <a:effectLst/>
              <a:uFillTx/>
              <a:latin typeface="Arial"/>
            </a:endParaRPr>
          </a:p>
        </p:txBody>
      </p:sp>
      <p:sp>
        <p:nvSpPr>
          <p:cNvPr id="25" name="PlaceHolder 5"/>
          <p:cNvSpPr>
            <a:spLocks noGrp="1"/>
          </p:cNvSpPr>
          <p:nvPr>
            <p:ph type="title"/>
          </p:nvPr>
        </p:nvSpPr>
        <p:spPr>
          <a:xfrm>
            <a:off x="8462520" y="2850120"/>
            <a:ext cx="452520" cy="310320"/>
          </a:xfrm>
          <a:prstGeom prst="rect">
            <a:avLst/>
          </a:prstGeom>
          <a:solidFill>
            <a:schemeClr val="dk1"/>
          </a:solidFill>
          <a:ln w="0">
            <a:noFill/>
          </a:ln>
        </p:spPr>
        <p:txBody>
          <a:bodyPr lIns="91440" tIns="91440" rIns="91440" bIns="91440" anchor="ctr">
            <a:noAutofit/>
          </a:bodyPr>
          <a:lstStyle/>
          <a:p>
            <a:pPr indent="0" algn="ctr">
              <a:lnSpc>
                <a:spcPct val="100000"/>
              </a:lnSpc>
              <a:buNone/>
            </a:pPr>
            <a:r>
              <a:rPr lang="fr-FR" sz="1600" b="0" u="none" strike="noStrike">
                <a:solidFill>
                  <a:schemeClr val="lt1"/>
                </a:solidFill>
                <a:effectLst/>
                <a:uFillTx/>
                <a:latin typeface="IBM Plex Mono SemiBold"/>
                <a:ea typeface="IBM Plex Mono SemiBold"/>
              </a:rPr>
              <a:t>xx%</a:t>
            </a:r>
            <a:endParaRPr lang="fr-FR" sz="1600" b="0" u="none" strike="noStrike">
              <a:solidFill>
                <a:schemeClr val="dk1"/>
              </a:solidFill>
              <a:effectLst/>
              <a:uFillTx/>
              <a:latin typeface="Arial"/>
            </a:endParaRPr>
          </a:p>
        </p:txBody>
      </p:sp>
      <p:sp>
        <p:nvSpPr>
          <p:cNvPr id="26" name="PlaceHolder 6"/>
          <p:cNvSpPr>
            <a:spLocks noGrp="1"/>
          </p:cNvSpPr>
          <p:nvPr>
            <p:ph type="title"/>
          </p:nvPr>
        </p:nvSpPr>
        <p:spPr>
          <a:xfrm>
            <a:off x="8462520" y="443880"/>
            <a:ext cx="452520" cy="310320"/>
          </a:xfrm>
          <a:prstGeom prst="rect">
            <a:avLst/>
          </a:prstGeom>
          <a:solidFill>
            <a:schemeClr val="dk1"/>
          </a:solidFill>
          <a:ln w="0">
            <a:noFill/>
          </a:ln>
        </p:spPr>
        <p:txBody>
          <a:bodyPr lIns="91440" tIns="91440" rIns="91440" bIns="91440" anchor="ctr">
            <a:noAutofit/>
          </a:bodyPr>
          <a:lstStyle/>
          <a:p>
            <a:pPr indent="0" algn="ctr">
              <a:lnSpc>
                <a:spcPct val="100000"/>
              </a:lnSpc>
              <a:buNone/>
            </a:pPr>
            <a:r>
              <a:rPr lang="fr-FR" sz="1600" b="0" u="none" strike="noStrike">
                <a:solidFill>
                  <a:schemeClr val="lt1"/>
                </a:solidFill>
                <a:effectLst/>
                <a:uFillTx/>
                <a:latin typeface="IBM Plex Mono SemiBold"/>
                <a:ea typeface="IBM Plex Mono SemiBold"/>
              </a:rPr>
              <a:t>xx%</a:t>
            </a:r>
            <a:endParaRPr lang="fr-FR" sz="1600" b="0" u="none" strike="noStrike">
              <a:solidFill>
                <a:schemeClr val="dk1"/>
              </a:solidFill>
              <a:effectLst/>
              <a:uFillTx/>
              <a:latin typeface="Arial"/>
            </a:endParaRPr>
          </a:p>
        </p:txBody>
      </p:sp>
      <p:sp>
        <p:nvSpPr>
          <p:cNvPr id="27" name="PlaceHolder 7"/>
          <p:cNvSpPr>
            <a:spLocks noGrp="1"/>
          </p:cNvSpPr>
          <p:nvPr>
            <p:ph type="title"/>
          </p:nvPr>
        </p:nvSpPr>
        <p:spPr>
          <a:xfrm>
            <a:off x="8462520" y="1406160"/>
            <a:ext cx="452520" cy="310320"/>
          </a:xfrm>
          <a:prstGeom prst="rect">
            <a:avLst/>
          </a:prstGeom>
          <a:solidFill>
            <a:schemeClr val="dk1"/>
          </a:solidFill>
          <a:ln w="0">
            <a:noFill/>
          </a:ln>
        </p:spPr>
        <p:txBody>
          <a:bodyPr lIns="91440" tIns="91440" rIns="91440" bIns="91440" anchor="ctr">
            <a:noAutofit/>
          </a:bodyPr>
          <a:lstStyle/>
          <a:p>
            <a:pPr indent="0" algn="ctr">
              <a:lnSpc>
                <a:spcPct val="100000"/>
              </a:lnSpc>
              <a:buNone/>
            </a:pPr>
            <a:r>
              <a:rPr lang="fr-FR" sz="1600" b="0" u="none" strike="noStrike">
                <a:solidFill>
                  <a:schemeClr val="lt1"/>
                </a:solidFill>
                <a:effectLst/>
                <a:uFillTx/>
                <a:latin typeface="IBM Plex Mono SemiBold"/>
                <a:ea typeface="IBM Plex Mono SemiBold"/>
              </a:rPr>
              <a:t>xx%</a:t>
            </a:r>
            <a:endParaRPr lang="fr-FR" sz="1600" b="0" u="none" strike="noStrike">
              <a:solidFill>
                <a:schemeClr val="dk1"/>
              </a:solidFill>
              <a:effectLst/>
              <a:uFillTx/>
              <a:latin typeface="Arial"/>
            </a:endParaRPr>
          </a:p>
        </p:txBody>
      </p:sp>
      <p:sp>
        <p:nvSpPr>
          <p:cNvPr id="28" name="PlaceHolder 8"/>
          <p:cNvSpPr>
            <a:spLocks noGrp="1"/>
          </p:cNvSpPr>
          <p:nvPr>
            <p:ph type="title"/>
          </p:nvPr>
        </p:nvSpPr>
        <p:spPr>
          <a:xfrm>
            <a:off x="8462520" y="3331440"/>
            <a:ext cx="452520" cy="310320"/>
          </a:xfrm>
          <a:prstGeom prst="rect">
            <a:avLst/>
          </a:prstGeom>
          <a:solidFill>
            <a:schemeClr val="dk1"/>
          </a:solidFill>
          <a:ln w="0">
            <a:noFill/>
          </a:ln>
        </p:spPr>
        <p:txBody>
          <a:bodyPr lIns="91440" tIns="91440" rIns="91440" bIns="91440" anchor="ctr">
            <a:noAutofit/>
          </a:bodyPr>
          <a:lstStyle/>
          <a:p>
            <a:pPr indent="0" algn="ctr">
              <a:lnSpc>
                <a:spcPct val="100000"/>
              </a:lnSpc>
              <a:buNone/>
            </a:pPr>
            <a:r>
              <a:rPr lang="fr-FR" sz="1600" b="0" u="none" strike="noStrike">
                <a:solidFill>
                  <a:schemeClr val="lt1"/>
                </a:solidFill>
                <a:effectLst/>
                <a:uFillTx/>
                <a:latin typeface="IBM Plex Mono SemiBold"/>
                <a:ea typeface="IBM Plex Mono SemiBold"/>
              </a:rPr>
              <a:t>xx%</a:t>
            </a:r>
            <a:endParaRPr lang="fr-FR" sz="1600" b="0" u="none" strike="noStrike">
              <a:solidFill>
                <a:schemeClr val="dk1"/>
              </a:solidFill>
              <a:effectLst/>
              <a:uFillTx/>
              <a:latin typeface="Arial"/>
            </a:endParaRPr>
          </a:p>
        </p:txBody>
      </p:sp>
      <p:sp>
        <p:nvSpPr>
          <p:cNvPr id="29" name="PlaceHolder 9"/>
          <p:cNvSpPr>
            <a:spLocks noGrp="1"/>
          </p:cNvSpPr>
          <p:nvPr>
            <p:ph type="title"/>
          </p:nvPr>
        </p:nvSpPr>
        <p:spPr>
          <a:xfrm>
            <a:off x="8462520" y="3812760"/>
            <a:ext cx="452520" cy="310320"/>
          </a:xfrm>
          <a:prstGeom prst="rect">
            <a:avLst/>
          </a:prstGeom>
          <a:solidFill>
            <a:schemeClr val="dk1"/>
          </a:solidFill>
          <a:ln w="0">
            <a:noFill/>
          </a:ln>
        </p:spPr>
        <p:txBody>
          <a:bodyPr lIns="91440" tIns="91440" rIns="91440" bIns="91440" anchor="ctr">
            <a:noAutofit/>
          </a:bodyPr>
          <a:lstStyle/>
          <a:p>
            <a:pPr indent="0" algn="ctr">
              <a:lnSpc>
                <a:spcPct val="100000"/>
              </a:lnSpc>
              <a:buNone/>
            </a:pPr>
            <a:r>
              <a:rPr lang="fr-FR" sz="1600" b="0" u="none" strike="noStrike">
                <a:solidFill>
                  <a:schemeClr val="lt1"/>
                </a:solidFill>
                <a:effectLst/>
                <a:uFillTx/>
                <a:latin typeface="IBM Plex Mono SemiBold"/>
                <a:ea typeface="IBM Plex Mono SemiBold"/>
              </a:rPr>
              <a:t>xx%</a:t>
            </a:r>
            <a:endParaRPr lang="fr-FR" sz="1600" b="0" u="none" strike="noStrike">
              <a:solidFill>
                <a:schemeClr val="dk1"/>
              </a:solidFill>
              <a:effectLst/>
              <a:uFillTx/>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grpSp>
        <p:nvGrpSpPr>
          <p:cNvPr id="30" name="Google Shape;132;p14"/>
          <p:cNvGrpSpPr/>
          <p:nvPr/>
        </p:nvGrpSpPr>
        <p:grpSpPr>
          <a:xfrm>
            <a:off x="0" y="0"/>
            <a:ext cx="9143640" cy="228240"/>
            <a:chOff x="0" y="0"/>
            <a:chExt cx="9143640" cy="228240"/>
          </a:xfrm>
        </p:grpSpPr>
        <p:sp>
          <p:nvSpPr>
            <p:cNvPr id="31" name="Google Shape;133;p14"/>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2" name="Google Shape;134;p14"/>
            <p:cNvGrpSpPr/>
            <p:nvPr/>
          </p:nvGrpSpPr>
          <p:grpSpPr>
            <a:xfrm>
              <a:off x="228600" y="75240"/>
              <a:ext cx="339120" cy="77760"/>
              <a:chOff x="228600" y="75240"/>
              <a:chExt cx="339120" cy="77760"/>
            </a:xfrm>
          </p:grpSpPr>
          <p:sp>
            <p:nvSpPr>
              <p:cNvPr id="33" name="Google Shape;135;p14"/>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34" name="Google Shape;136;p14"/>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35" name="Google Shape;137;p14"/>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36" name="PlaceHolder 1"/>
          <p:cNvSpPr>
            <a:spLocks noGrp="1"/>
          </p:cNvSpPr>
          <p:nvPr>
            <p:ph type="title"/>
          </p:nvPr>
        </p:nvSpPr>
        <p:spPr>
          <a:xfrm>
            <a:off x="228600" y="863280"/>
            <a:ext cx="5562360" cy="1569600"/>
          </a:xfrm>
          <a:prstGeom prst="rect">
            <a:avLst/>
          </a:prstGeom>
          <a:noFill/>
          <a:ln w="0">
            <a:noFill/>
          </a:ln>
        </p:spPr>
        <p:txBody>
          <a:bodyPr lIns="91440" tIns="91440" rIns="91440" bIns="91440" anchor="t">
            <a:noAutofit/>
          </a:bodyPr>
          <a:lstStyle/>
          <a:p>
            <a:pPr indent="0">
              <a:buNone/>
            </a:pPr>
            <a:r>
              <a:rPr lang="fr-FR" sz="4500" b="0" u="none" strike="noStrike">
                <a:solidFill>
                  <a:schemeClr val="dk1"/>
                </a:solidFill>
                <a:effectLst/>
                <a:uFillTx/>
                <a:latin typeface="Arial"/>
              </a:rPr>
              <a:t>Click to edit the title text format</a:t>
            </a:r>
          </a:p>
        </p:txBody>
      </p:sp>
      <p:sp>
        <p:nvSpPr>
          <p:cNvPr id="3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grpSp>
        <p:nvGrpSpPr>
          <p:cNvPr id="38" name="Google Shape;141;p15"/>
          <p:cNvGrpSpPr/>
          <p:nvPr/>
        </p:nvGrpSpPr>
        <p:grpSpPr>
          <a:xfrm>
            <a:off x="0" y="0"/>
            <a:ext cx="9143640" cy="228240"/>
            <a:chOff x="0" y="0"/>
            <a:chExt cx="9143640" cy="228240"/>
          </a:xfrm>
        </p:grpSpPr>
        <p:sp>
          <p:nvSpPr>
            <p:cNvPr id="39" name="Google Shape;142;p15"/>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0" name="Google Shape;143;p15"/>
            <p:cNvGrpSpPr/>
            <p:nvPr/>
          </p:nvGrpSpPr>
          <p:grpSpPr>
            <a:xfrm>
              <a:off x="228600" y="75240"/>
              <a:ext cx="339120" cy="77760"/>
              <a:chOff x="228600" y="75240"/>
              <a:chExt cx="339120" cy="77760"/>
            </a:xfrm>
          </p:grpSpPr>
          <p:sp>
            <p:nvSpPr>
              <p:cNvPr id="41" name="Google Shape;144;p15"/>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42" name="Google Shape;145;p15"/>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43" name="Google Shape;146;p15"/>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44" name="PlaceHolder 1"/>
          <p:cNvSpPr>
            <a:spLocks noGrp="1"/>
          </p:cNvSpPr>
          <p:nvPr>
            <p:ph type="title"/>
          </p:nvPr>
        </p:nvSpPr>
        <p:spPr>
          <a:xfrm>
            <a:off x="223920" y="3359160"/>
            <a:ext cx="6265440" cy="6516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45" name="PlaceHolder 2"/>
          <p:cNvSpPr>
            <a:spLocks noGrp="1"/>
          </p:cNvSpPr>
          <p:nvPr>
            <p:ph type="body"/>
          </p:nvPr>
        </p:nvSpPr>
        <p:spPr>
          <a:xfrm>
            <a:off x="228600" y="632880"/>
            <a:ext cx="7299360" cy="264564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lt1"/>
        </a:solidFill>
        <a:effectLst/>
      </p:bgPr>
    </p:bg>
    <p:spTree>
      <p:nvGrpSpPr>
        <p:cNvPr id="1" name=""/>
        <p:cNvGrpSpPr/>
        <p:nvPr/>
      </p:nvGrpSpPr>
      <p:grpSpPr>
        <a:xfrm>
          <a:off x="0" y="0"/>
          <a:ext cx="0" cy="0"/>
          <a:chOff x="0" y="0"/>
          <a:chExt cx="0" cy="0"/>
        </a:xfrm>
      </p:grpSpPr>
      <p:grpSp>
        <p:nvGrpSpPr>
          <p:cNvPr id="46" name="Google Shape;151;p16"/>
          <p:cNvGrpSpPr/>
          <p:nvPr/>
        </p:nvGrpSpPr>
        <p:grpSpPr>
          <a:xfrm>
            <a:off x="0" y="0"/>
            <a:ext cx="9143640" cy="228240"/>
            <a:chOff x="0" y="0"/>
            <a:chExt cx="9143640" cy="228240"/>
          </a:xfrm>
        </p:grpSpPr>
        <p:sp>
          <p:nvSpPr>
            <p:cNvPr id="47" name="Google Shape;152;p16"/>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8" name="Google Shape;153;p16"/>
            <p:cNvGrpSpPr/>
            <p:nvPr/>
          </p:nvGrpSpPr>
          <p:grpSpPr>
            <a:xfrm>
              <a:off x="228600" y="75240"/>
              <a:ext cx="339120" cy="77760"/>
              <a:chOff x="228600" y="75240"/>
              <a:chExt cx="339120" cy="77760"/>
            </a:xfrm>
          </p:grpSpPr>
          <p:sp>
            <p:nvSpPr>
              <p:cNvPr id="49" name="Google Shape;154;p16"/>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50" name="Google Shape;155;p16"/>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51" name="Google Shape;156;p16"/>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52" name="PlaceHolder 1"/>
          <p:cNvSpPr>
            <a:spLocks noGrp="1"/>
          </p:cNvSpPr>
          <p:nvPr>
            <p:ph type="title"/>
          </p:nvPr>
        </p:nvSpPr>
        <p:spPr>
          <a:xfrm>
            <a:off x="228600" y="4339080"/>
            <a:ext cx="8686440" cy="57564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ONLY_2">
    <p:bg>
      <p:bgPr>
        <a:solidFill>
          <a:schemeClr val="lt1"/>
        </a:solidFill>
        <a:effectLst/>
      </p:bgPr>
    </p:bg>
    <p:spTree>
      <p:nvGrpSpPr>
        <p:cNvPr id="1" name=""/>
        <p:cNvGrpSpPr/>
        <p:nvPr/>
      </p:nvGrpSpPr>
      <p:grpSpPr>
        <a:xfrm>
          <a:off x="0" y="0"/>
          <a:ext cx="0" cy="0"/>
          <a:chOff x="0" y="0"/>
          <a:chExt cx="0" cy="0"/>
        </a:xfrm>
      </p:grpSpPr>
      <p:grpSp>
        <p:nvGrpSpPr>
          <p:cNvPr id="53" name="Google Shape;159;p17"/>
          <p:cNvGrpSpPr/>
          <p:nvPr/>
        </p:nvGrpSpPr>
        <p:grpSpPr>
          <a:xfrm>
            <a:off x="0" y="0"/>
            <a:ext cx="9143640" cy="228240"/>
            <a:chOff x="0" y="0"/>
            <a:chExt cx="9143640" cy="228240"/>
          </a:xfrm>
        </p:grpSpPr>
        <p:sp>
          <p:nvSpPr>
            <p:cNvPr id="54" name="Google Shape;160;p17"/>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5" name="Google Shape;161;p17"/>
            <p:cNvGrpSpPr/>
            <p:nvPr/>
          </p:nvGrpSpPr>
          <p:grpSpPr>
            <a:xfrm>
              <a:off x="228600" y="75240"/>
              <a:ext cx="339120" cy="77760"/>
              <a:chOff x="228600" y="75240"/>
              <a:chExt cx="339120" cy="77760"/>
            </a:xfrm>
          </p:grpSpPr>
          <p:sp>
            <p:nvSpPr>
              <p:cNvPr id="56" name="Google Shape;162;p17"/>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57" name="Google Shape;163;p17"/>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58" name="Google Shape;164;p17"/>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59"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_1_1_1_2">
    <p:bg>
      <p:bgPr>
        <a:solidFill>
          <a:schemeClr val="lt1"/>
        </a:solidFill>
        <a:effectLst/>
      </p:bgPr>
    </p:bg>
    <p:spTree>
      <p:nvGrpSpPr>
        <p:cNvPr id="1" name=""/>
        <p:cNvGrpSpPr/>
        <p:nvPr/>
      </p:nvGrpSpPr>
      <p:grpSpPr>
        <a:xfrm>
          <a:off x="0" y="0"/>
          <a:ext cx="0" cy="0"/>
          <a:chOff x="0" y="0"/>
          <a:chExt cx="0" cy="0"/>
        </a:xfrm>
      </p:grpSpPr>
      <p:grpSp>
        <p:nvGrpSpPr>
          <p:cNvPr id="60" name="Google Shape;167;p18"/>
          <p:cNvGrpSpPr/>
          <p:nvPr/>
        </p:nvGrpSpPr>
        <p:grpSpPr>
          <a:xfrm>
            <a:off x="0" y="0"/>
            <a:ext cx="9143640" cy="228240"/>
            <a:chOff x="0" y="0"/>
            <a:chExt cx="9143640" cy="228240"/>
          </a:xfrm>
        </p:grpSpPr>
        <p:sp>
          <p:nvSpPr>
            <p:cNvPr id="61" name="Google Shape;168;p18"/>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2" name="Google Shape;169;p18"/>
            <p:cNvGrpSpPr/>
            <p:nvPr/>
          </p:nvGrpSpPr>
          <p:grpSpPr>
            <a:xfrm>
              <a:off x="228600" y="75240"/>
              <a:ext cx="339120" cy="77760"/>
              <a:chOff x="228600" y="75240"/>
              <a:chExt cx="339120" cy="77760"/>
            </a:xfrm>
          </p:grpSpPr>
          <p:sp>
            <p:nvSpPr>
              <p:cNvPr id="63" name="Google Shape;170;p18"/>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64" name="Google Shape;171;p18"/>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65" name="Google Shape;172;p18"/>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66" name="PlaceHolder 1"/>
          <p:cNvSpPr>
            <a:spLocks noGrp="1"/>
          </p:cNvSpPr>
          <p:nvPr>
            <p:ph type="title"/>
          </p:nvPr>
        </p:nvSpPr>
        <p:spPr>
          <a:xfrm>
            <a:off x="228600" y="3529440"/>
            <a:ext cx="8686800" cy="138492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_1_1_1_1_1">
    <p:bg>
      <p:bgPr>
        <a:solidFill>
          <a:schemeClr val="lt1"/>
        </a:solidFill>
        <a:effectLst/>
      </p:bgPr>
    </p:bg>
    <p:spTree>
      <p:nvGrpSpPr>
        <p:cNvPr id="1" name=""/>
        <p:cNvGrpSpPr/>
        <p:nvPr/>
      </p:nvGrpSpPr>
      <p:grpSpPr>
        <a:xfrm>
          <a:off x="0" y="0"/>
          <a:ext cx="0" cy="0"/>
          <a:chOff x="0" y="0"/>
          <a:chExt cx="0" cy="0"/>
        </a:xfrm>
      </p:grpSpPr>
      <p:grpSp>
        <p:nvGrpSpPr>
          <p:cNvPr id="67" name="Google Shape;178;p19"/>
          <p:cNvGrpSpPr/>
          <p:nvPr/>
        </p:nvGrpSpPr>
        <p:grpSpPr>
          <a:xfrm>
            <a:off x="0" y="0"/>
            <a:ext cx="9143640" cy="228240"/>
            <a:chOff x="0" y="0"/>
            <a:chExt cx="9143640" cy="228240"/>
          </a:xfrm>
        </p:grpSpPr>
        <p:sp>
          <p:nvSpPr>
            <p:cNvPr id="68" name="Google Shape;179;p19"/>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9" name="Google Shape;180;p19"/>
            <p:cNvGrpSpPr/>
            <p:nvPr/>
          </p:nvGrpSpPr>
          <p:grpSpPr>
            <a:xfrm>
              <a:off x="228600" y="75240"/>
              <a:ext cx="339120" cy="77760"/>
              <a:chOff x="228600" y="75240"/>
              <a:chExt cx="339120" cy="77760"/>
            </a:xfrm>
          </p:grpSpPr>
          <p:sp>
            <p:nvSpPr>
              <p:cNvPr id="70" name="Google Shape;181;p19"/>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71" name="Google Shape;182;p19"/>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72" name="Google Shape;183;p19"/>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73" name="PlaceHolder 1"/>
          <p:cNvSpPr>
            <a:spLocks noGrp="1"/>
          </p:cNvSpPr>
          <p:nvPr>
            <p:ph type="title"/>
          </p:nvPr>
        </p:nvSpPr>
        <p:spPr>
          <a:xfrm>
            <a:off x="228600" y="228600"/>
            <a:ext cx="868680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grpSp>
        <p:nvGrpSpPr>
          <p:cNvPr id="74" name="Google Shape;198;p20"/>
          <p:cNvGrpSpPr/>
          <p:nvPr/>
        </p:nvGrpSpPr>
        <p:grpSpPr>
          <a:xfrm>
            <a:off x="0" y="0"/>
            <a:ext cx="9143640" cy="228240"/>
            <a:chOff x="0" y="0"/>
            <a:chExt cx="9143640" cy="228240"/>
          </a:xfrm>
        </p:grpSpPr>
        <p:sp>
          <p:nvSpPr>
            <p:cNvPr id="75" name="Google Shape;199;p20"/>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76" name="Google Shape;200;p20"/>
            <p:cNvGrpSpPr/>
            <p:nvPr/>
          </p:nvGrpSpPr>
          <p:grpSpPr>
            <a:xfrm>
              <a:off x="228600" y="75240"/>
              <a:ext cx="339120" cy="77760"/>
              <a:chOff x="228600" y="75240"/>
              <a:chExt cx="339120" cy="77760"/>
            </a:xfrm>
          </p:grpSpPr>
          <p:sp>
            <p:nvSpPr>
              <p:cNvPr id="77" name="Google Shape;201;p20"/>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78" name="Google Shape;202;p20"/>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79" name="Google Shape;203;p20"/>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80" name="PlaceHolder 1"/>
          <p:cNvSpPr>
            <a:spLocks noGrp="1"/>
          </p:cNvSpPr>
          <p:nvPr>
            <p:ph type="title"/>
          </p:nvPr>
        </p:nvSpPr>
        <p:spPr>
          <a:xfrm>
            <a:off x="228600" y="434268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81" name="PlaceHolder 2"/>
          <p:cNvSpPr>
            <a:spLocks noGrp="1"/>
          </p:cNvSpPr>
          <p:nvPr>
            <p:ph type="title"/>
          </p:nvPr>
        </p:nvSpPr>
        <p:spPr>
          <a:xfrm>
            <a:off x="228600" y="829080"/>
            <a:ext cx="2399400" cy="522720"/>
          </a:xfrm>
          <a:prstGeom prst="rect">
            <a:avLst/>
          </a:prstGeom>
          <a:noFill/>
          <a:ln w="0">
            <a:noFill/>
          </a:ln>
        </p:spPr>
        <p:txBody>
          <a:bodyPr lIns="91440" tIns="91440" rIns="91440" bIns="91440" anchor="b">
            <a:noAutofit/>
          </a:bodyPr>
          <a:lstStyle/>
          <a:p>
            <a:pPr indent="0">
              <a:lnSpc>
                <a:spcPct val="100000"/>
              </a:lnSpc>
              <a:buNone/>
            </a:pPr>
            <a:r>
              <a:rPr lang="fr-FR" sz="2200" b="0" u="none" strike="noStrike">
                <a:solidFill>
                  <a:schemeClr val="dk2"/>
                </a:solidFill>
                <a:effectLst/>
                <a:uFillTx/>
                <a:latin typeface="IBM Plex Mono SemiBold"/>
                <a:ea typeface="IBM Plex Mono SemiBold"/>
              </a:rPr>
              <a:t>xx%</a:t>
            </a:r>
            <a:endParaRPr lang="fr-FR" sz="2200" b="0" u="none" strike="noStrike">
              <a:solidFill>
                <a:schemeClr val="dk1"/>
              </a:solidFill>
              <a:effectLst/>
              <a:uFillTx/>
              <a:latin typeface="Arial"/>
            </a:endParaRPr>
          </a:p>
        </p:txBody>
      </p:sp>
      <p:sp>
        <p:nvSpPr>
          <p:cNvPr id="82" name="PlaceHolder 3"/>
          <p:cNvSpPr>
            <a:spLocks noGrp="1"/>
          </p:cNvSpPr>
          <p:nvPr>
            <p:ph type="title"/>
          </p:nvPr>
        </p:nvSpPr>
        <p:spPr>
          <a:xfrm>
            <a:off x="228600" y="3313440"/>
            <a:ext cx="2399400" cy="522720"/>
          </a:xfrm>
          <a:prstGeom prst="rect">
            <a:avLst/>
          </a:prstGeom>
          <a:noFill/>
          <a:ln w="0">
            <a:noFill/>
          </a:ln>
        </p:spPr>
        <p:txBody>
          <a:bodyPr lIns="91440" tIns="91440" rIns="91440" bIns="91440" anchor="b">
            <a:noAutofit/>
          </a:bodyPr>
          <a:lstStyle/>
          <a:p>
            <a:pPr indent="0">
              <a:lnSpc>
                <a:spcPct val="100000"/>
              </a:lnSpc>
              <a:buNone/>
            </a:pPr>
            <a:r>
              <a:rPr lang="fr-FR" sz="2200" b="0" u="none" strike="noStrike">
                <a:solidFill>
                  <a:schemeClr val="accent1"/>
                </a:solidFill>
                <a:effectLst/>
                <a:uFillTx/>
                <a:latin typeface="Space Grotesk Medium"/>
                <a:ea typeface="Space Grotesk Medium"/>
              </a:rPr>
              <a:t>xx%</a:t>
            </a:r>
            <a:endParaRPr lang="fr-FR" sz="2200" b="0" u="none" strike="noStrike">
              <a:solidFill>
                <a:schemeClr val="dk1"/>
              </a:solidFill>
              <a:effectLst/>
              <a:uFillTx/>
              <a:latin typeface="Arial"/>
            </a:endParaRPr>
          </a:p>
        </p:txBody>
      </p:sp>
      <p:sp>
        <p:nvSpPr>
          <p:cNvPr id="83" name="PlaceHolder 4"/>
          <p:cNvSpPr>
            <a:spLocks noGrp="1"/>
          </p:cNvSpPr>
          <p:nvPr>
            <p:ph type="title"/>
          </p:nvPr>
        </p:nvSpPr>
        <p:spPr>
          <a:xfrm>
            <a:off x="228600" y="2071080"/>
            <a:ext cx="2399400" cy="522720"/>
          </a:xfrm>
          <a:prstGeom prst="rect">
            <a:avLst/>
          </a:prstGeom>
          <a:noFill/>
          <a:ln w="0">
            <a:noFill/>
          </a:ln>
        </p:spPr>
        <p:txBody>
          <a:bodyPr lIns="91440" tIns="91440" rIns="91440" bIns="91440" anchor="b">
            <a:noAutofit/>
          </a:bodyPr>
          <a:lstStyle/>
          <a:p>
            <a:pPr indent="0">
              <a:lnSpc>
                <a:spcPct val="100000"/>
              </a:lnSpc>
              <a:buNone/>
            </a:pPr>
            <a:r>
              <a:rPr lang="fr-FR" sz="2200" b="0" u="none" strike="noStrike">
                <a:solidFill>
                  <a:schemeClr val="accent1"/>
                </a:solidFill>
                <a:effectLst/>
                <a:uFillTx/>
                <a:latin typeface="Space Grotesk Medium"/>
                <a:ea typeface="Space Grotesk Medium"/>
              </a:rPr>
              <a:t>xx%</a:t>
            </a:r>
            <a:endParaRPr lang="fr-FR" sz="2200" b="0" u="none" strike="noStrike">
              <a:solidFill>
                <a:schemeClr val="dk1"/>
              </a:solidFill>
              <a:effectLst/>
              <a:uFillTx/>
              <a:latin typeface="Arial"/>
            </a:endParaRPr>
          </a:p>
        </p:txBody>
      </p:sp>
      <p:sp>
        <p:nvSpPr>
          <p:cNvPr id="84" name="PlaceHolder 5"/>
          <p:cNvSpPr>
            <a:spLocks noGrp="1"/>
          </p:cNvSpPr>
          <p:nvPr>
            <p:ph type="body"/>
          </p:nvPr>
        </p:nvSpPr>
        <p:spPr>
          <a:xfrm>
            <a:off x="3741480" y="632880"/>
            <a:ext cx="5173560" cy="362916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grpSp>
        <p:nvGrpSpPr>
          <p:cNvPr id="85" name="Google Shape;19;p3"/>
          <p:cNvGrpSpPr/>
          <p:nvPr/>
        </p:nvGrpSpPr>
        <p:grpSpPr>
          <a:xfrm>
            <a:off x="0" y="0"/>
            <a:ext cx="9143640" cy="228240"/>
            <a:chOff x="0" y="0"/>
            <a:chExt cx="9143640" cy="228240"/>
          </a:xfrm>
        </p:grpSpPr>
        <p:sp>
          <p:nvSpPr>
            <p:cNvPr id="86" name="Google Shape;20;p3"/>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87" name="Google Shape;21;p3"/>
            <p:cNvGrpSpPr/>
            <p:nvPr/>
          </p:nvGrpSpPr>
          <p:grpSpPr>
            <a:xfrm>
              <a:off x="228600" y="75240"/>
              <a:ext cx="339120" cy="77760"/>
              <a:chOff x="228600" y="75240"/>
              <a:chExt cx="339120" cy="77760"/>
            </a:xfrm>
          </p:grpSpPr>
          <p:sp>
            <p:nvSpPr>
              <p:cNvPr id="88" name="Google Shape;22;p3"/>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89" name="Google Shape;23;p3"/>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90" name="Google Shape;24;p3"/>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91" name="PlaceHolder 1"/>
          <p:cNvSpPr>
            <a:spLocks noGrp="1"/>
          </p:cNvSpPr>
          <p:nvPr>
            <p:ph type="title"/>
          </p:nvPr>
        </p:nvSpPr>
        <p:spPr>
          <a:xfrm>
            <a:off x="3952080" y="2882880"/>
            <a:ext cx="4962960" cy="203148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
        <p:nvSpPr>
          <p:cNvPr id="92" name="PlaceHolder 2"/>
          <p:cNvSpPr>
            <a:spLocks noGrp="1"/>
          </p:cNvSpPr>
          <p:nvPr>
            <p:ph type="title"/>
          </p:nvPr>
        </p:nvSpPr>
        <p:spPr>
          <a:xfrm>
            <a:off x="7647120" y="1546200"/>
            <a:ext cx="1267920" cy="1107720"/>
          </a:xfrm>
          <a:prstGeom prst="rect">
            <a:avLst/>
          </a:prstGeom>
          <a:solidFill>
            <a:schemeClr val="dk1"/>
          </a:solidFill>
          <a:ln w="0">
            <a:noFill/>
          </a:ln>
        </p:spPr>
        <p:txBody>
          <a:bodyPr lIns="91440" tIns="91440" rIns="91440" bIns="91440" anchor="ctr">
            <a:noAutofit/>
          </a:bodyPr>
          <a:lstStyle/>
          <a:p>
            <a:pPr indent="0" algn="r">
              <a:lnSpc>
                <a:spcPct val="100000"/>
              </a:lnSpc>
              <a:buNone/>
            </a:pPr>
            <a:r>
              <a:rPr lang="fr-FR" sz="6000" b="0" u="none" strike="noStrike">
                <a:solidFill>
                  <a:schemeClr val="lt1"/>
                </a:solidFill>
                <a:effectLst/>
                <a:uFillTx/>
                <a:latin typeface="IBM Plex Mono SemiBold"/>
                <a:ea typeface="IBM Plex Mono SemiBold"/>
              </a:rPr>
              <a:t>xx%</a:t>
            </a:r>
            <a:endParaRPr lang="fr-FR" sz="6000" b="0" u="none" strike="noStrike">
              <a:solidFill>
                <a:schemeClr val="dk1"/>
              </a:solidFill>
              <a:effectLst/>
              <a:uFillTx/>
              <a:latin typeface="Arial"/>
            </a:endParaRPr>
          </a:p>
        </p:txBody>
      </p:sp>
      <p:sp>
        <p:nvSpPr>
          <p:cNvPr id="93" name="PlaceHolder 3"/>
          <p:cNvSpPr>
            <a:spLocks noGrp="1"/>
          </p:cNvSpPr>
          <p:nvPr>
            <p:ph type="body"/>
          </p:nvPr>
        </p:nvSpPr>
        <p:spPr>
          <a:xfrm>
            <a:off x="228600" y="1006920"/>
            <a:ext cx="2573640" cy="3907800"/>
          </a:xfrm>
          <a:prstGeom prst="rect">
            <a:avLst/>
          </a:prstGeom>
          <a:noFill/>
          <a:ln w="0">
            <a:noFill/>
          </a:ln>
        </p:spPr>
        <p:txBody>
          <a:bodyPr lIns="90000" tIns="45000" rIns="90000" bIns="45000" anchor="t">
            <a:normAutofit fontScale="40000" lnSpcReduction="1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grpSp>
        <p:nvGrpSpPr>
          <p:cNvPr id="94" name="Google Shape;213;p21"/>
          <p:cNvGrpSpPr/>
          <p:nvPr/>
        </p:nvGrpSpPr>
        <p:grpSpPr>
          <a:xfrm>
            <a:off x="0" y="0"/>
            <a:ext cx="9143640" cy="228240"/>
            <a:chOff x="0" y="0"/>
            <a:chExt cx="9143640" cy="228240"/>
          </a:xfrm>
        </p:grpSpPr>
        <p:sp>
          <p:nvSpPr>
            <p:cNvPr id="95" name="Google Shape;214;p21"/>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6" name="Google Shape;215;p21"/>
            <p:cNvGrpSpPr/>
            <p:nvPr/>
          </p:nvGrpSpPr>
          <p:grpSpPr>
            <a:xfrm>
              <a:off x="228600" y="75240"/>
              <a:ext cx="339120" cy="77760"/>
              <a:chOff x="228600" y="75240"/>
              <a:chExt cx="339120" cy="77760"/>
            </a:xfrm>
          </p:grpSpPr>
          <p:sp>
            <p:nvSpPr>
              <p:cNvPr id="97" name="Google Shape;216;p21"/>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98" name="Google Shape;217;p21"/>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99" name="Google Shape;218;p21"/>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100" name="PlaceHolder 1"/>
          <p:cNvSpPr>
            <a:spLocks noGrp="1"/>
          </p:cNvSpPr>
          <p:nvPr>
            <p:ph type="title"/>
          </p:nvPr>
        </p:nvSpPr>
        <p:spPr>
          <a:xfrm>
            <a:off x="228600" y="2513880"/>
            <a:ext cx="3550320" cy="2400840"/>
          </a:xfrm>
          <a:prstGeom prst="rect">
            <a:avLst/>
          </a:prstGeom>
          <a:noFill/>
          <a:ln w="0">
            <a:noFill/>
          </a:ln>
        </p:spPr>
        <p:txBody>
          <a:bodyPr lIns="91440" tIns="91440" rIns="91440" bIns="91440" anchor="b">
            <a:noAutofit/>
          </a:bodyPr>
          <a:lstStyle/>
          <a:p>
            <a:pPr indent="0">
              <a:buNone/>
            </a:pPr>
            <a:r>
              <a:rPr lang="fr-FR" sz="7200" b="0" u="none" strike="noStrike">
                <a:solidFill>
                  <a:schemeClr val="dk1"/>
                </a:solidFill>
                <a:effectLst/>
                <a:uFillTx/>
                <a:latin typeface="Arial"/>
              </a:rPr>
              <a:t>Click to edit the title text format</a:t>
            </a:r>
          </a:p>
        </p:txBody>
      </p:sp>
      <p:sp>
        <p:nvSpPr>
          <p:cNvPr id="101" name="Google Shape;221;p21"/>
          <p:cNvSpPr/>
          <p:nvPr/>
        </p:nvSpPr>
        <p:spPr>
          <a:xfrm>
            <a:off x="4400280" y="3978360"/>
            <a:ext cx="4447800" cy="4921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r" defTabSz="914400">
              <a:lnSpc>
                <a:spcPct val="100000"/>
              </a:lnSpc>
              <a:tabLst>
                <a:tab pos="0" algn="l"/>
              </a:tabLst>
            </a:pPr>
            <a:r>
              <a:rPr lang="en" sz="1000" b="1" u="none" strike="noStrike">
                <a:solidFill>
                  <a:schemeClr val="dk1"/>
                </a:solidFill>
                <a:effectLst/>
                <a:uFillTx/>
                <a:latin typeface="Roboto"/>
                <a:ea typeface="Roboto"/>
              </a:rPr>
              <a:t>CREDITS:</a:t>
            </a:r>
            <a:r>
              <a:rPr lang="en" sz="1000" b="0" u="none" strike="noStrike">
                <a:solidFill>
                  <a:schemeClr val="dk1"/>
                </a:solidFill>
                <a:effectLst/>
                <a:uFillTx/>
                <a:latin typeface="Roboto"/>
                <a:ea typeface="Roboto"/>
              </a:rPr>
              <a:t> This presentation template was created by </a:t>
            </a:r>
            <a:r>
              <a:rPr lang="en" sz="1000" b="1" u="sng" strike="noStrike">
                <a:solidFill>
                  <a:schemeClr val="dk1"/>
                </a:solidFill>
                <a:effectLst/>
                <a:uFillTx/>
                <a:latin typeface="Roboto"/>
                <a:ea typeface="Roboto"/>
                <a:hlinkClick r:id="rId2"/>
              </a:rPr>
              <a:t>Slidesgo</a:t>
            </a:r>
            <a:r>
              <a:rPr lang="en" sz="1000" b="0" u="none" strike="noStrike">
                <a:solidFill>
                  <a:schemeClr val="dk1"/>
                </a:solidFill>
                <a:effectLst/>
                <a:uFillTx/>
                <a:latin typeface="Roboto"/>
                <a:ea typeface="Roboto"/>
              </a:rPr>
              <a:t>, and includes icons, infographics &amp; images by </a:t>
            </a:r>
            <a:r>
              <a:rPr lang="en" sz="1000" b="1" u="sng" strike="noStrike">
                <a:solidFill>
                  <a:schemeClr val="dk1"/>
                </a:solidFill>
                <a:effectLst/>
                <a:uFillTx/>
                <a:latin typeface="Roboto"/>
                <a:ea typeface="Roboto"/>
                <a:hlinkClick r:id="rId3"/>
              </a:rPr>
              <a:t>Freepik</a:t>
            </a:r>
            <a:r>
              <a:rPr lang="en" sz="1000" b="0" u="none" strike="noStrike">
                <a:solidFill>
                  <a:schemeClr val="dk1"/>
                </a:solidFill>
                <a:effectLst/>
                <a:uFillTx/>
                <a:latin typeface="Roboto"/>
                <a:ea typeface="Roboto"/>
              </a:rPr>
              <a:t> </a:t>
            </a:r>
            <a:endParaRPr lang="en-US" sz="1000" b="0" u="none" strike="noStrike">
              <a:solidFill>
                <a:srgbClr val="FFFFFF"/>
              </a:solidFill>
              <a:effectLst/>
              <a:uFillTx/>
              <a:latin typeface="OpenSymbo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_1_1_1_1_1_1_1">
    <p:bg>
      <p:bgPr>
        <a:solidFill>
          <a:schemeClr val="lt1"/>
        </a:solidFill>
        <a:effectLst/>
      </p:bgPr>
    </p:bg>
    <p:spTree>
      <p:nvGrpSpPr>
        <p:cNvPr id="1" name=""/>
        <p:cNvGrpSpPr/>
        <p:nvPr/>
      </p:nvGrpSpPr>
      <p:grpSpPr>
        <a:xfrm>
          <a:off x="0" y="0"/>
          <a:ext cx="0" cy="0"/>
          <a:chOff x="0" y="0"/>
          <a:chExt cx="0" cy="0"/>
        </a:xfrm>
      </p:grpSpPr>
      <p:grpSp>
        <p:nvGrpSpPr>
          <p:cNvPr id="102" name="Google Shape;223;p22"/>
          <p:cNvGrpSpPr/>
          <p:nvPr/>
        </p:nvGrpSpPr>
        <p:grpSpPr>
          <a:xfrm>
            <a:off x="0" y="0"/>
            <a:ext cx="9143640" cy="228240"/>
            <a:chOff x="0" y="0"/>
            <a:chExt cx="9143640" cy="228240"/>
          </a:xfrm>
        </p:grpSpPr>
        <p:sp>
          <p:nvSpPr>
            <p:cNvPr id="103" name="Google Shape;224;p22"/>
            <p:cNvSpPr/>
            <p:nvPr/>
          </p:nvSpPr>
          <p:spPr>
            <a:xfrm>
              <a:off x="0" y="0"/>
              <a:ext cx="9143640" cy="228240"/>
            </a:xfrm>
            <a:prstGeom prst="rect">
              <a:avLst/>
            </a:pr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4" name="Google Shape;225;p22"/>
            <p:cNvGrpSpPr/>
            <p:nvPr/>
          </p:nvGrpSpPr>
          <p:grpSpPr>
            <a:xfrm>
              <a:off x="228600" y="75240"/>
              <a:ext cx="339120" cy="77760"/>
              <a:chOff x="228600" y="75240"/>
              <a:chExt cx="339120" cy="77760"/>
            </a:xfrm>
          </p:grpSpPr>
          <p:sp>
            <p:nvSpPr>
              <p:cNvPr id="105" name="Google Shape;226;p22"/>
              <p:cNvSpPr/>
              <p:nvPr/>
            </p:nvSpPr>
            <p:spPr>
              <a:xfrm>
                <a:off x="228600" y="75240"/>
                <a:ext cx="77760" cy="777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06" name="Google Shape;227;p22"/>
              <p:cNvSpPr/>
              <p:nvPr/>
            </p:nvSpPr>
            <p:spPr>
              <a:xfrm>
                <a:off x="359280" y="75240"/>
                <a:ext cx="77760" cy="777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107" name="Google Shape;228;p22"/>
              <p:cNvSpPr/>
              <p:nvPr/>
            </p:nvSpPr>
            <p:spPr>
              <a:xfrm>
                <a:off x="489960" y="75240"/>
                <a:ext cx="77760" cy="77760"/>
              </a:xfrm>
              <a:prstGeom prst="ellipse">
                <a:avLst/>
              </a:prstGeom>
              <a:solidFill>
                <a:schemeClr val="lt2"/>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_1_1_1_1_1_1_1_1">
    <p:bg>
      <p:bgPr>
        <a:solidFill>
          <a:schemeClr val="lt1"/>
        </a:solidFill>
        <a:effectLst/>
      </p:bgPr>
    </p:bg>
    <p:spTree>
      <p:nvGrpSpPr>
        <p:cNvPr id="1" name=""/>
        <p:cNvGrpSpPr/>
        <p:nvPr/>
      </p:nvGrpSpPr>
      <p:grpSpPr>
        <a:xfrm>
          <a:off x="0" y="0"/>
          <a:ext cx="0" cy="0"/>
          <a:chOff x="0" y="0"/>
          <a:chExt cx="0" cy="0"/>
        </a:xfrm>
      </p:grpSpPr>
      <p:grpSp>
        <p:nvGrpSpPr>
          <p:cNvPr id="108" name="Google Shape;230;p23"/>
          <p:cNvGrpSpPr/>
          <p:nvPr/>
        </p:nvGrpSpPr>
        <p:grpSpPr>
          <a:xfrm>
            <a:off x="0" y="0"/>
            <a:ext cx="9143640" cy="228240"/>
            <a:chOff x="0" y="0"/>
            <a:chExt cx="9143640" cy="228240"/>
          </a:xfrm>
        </p:grpSpPr>
        <p:sp>
          <p:nvSpPr>
            <p:cNvPr id="109" name="Google Shape;231;p23"/>
            <p:cNvSpPr/>
            <p:nvPr/>
          </p:nvSpPr>
          <p:spPr>
            <a:xfrm>
              <a:off x="0" y="0"/>
              <a:ext cx="9143640" cy="22824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0" name="Google Shape;232;p23"/>
            <p:cNvGrpSpPr/>
            <p:nvPr/>
          </p:nvGrpSpPr>
          <p:grpSpPr>
            <a:xfrm>
              <a:off x="228600" y="75240"/>
              <a:ext cx="339120" cy="77760"/>
              <a:chOff x="228600" y="75240"/>
              <a:chExt cx="339120" cy="77760"/>
            </a:xfrm>
          </p:grpSpPr>
          <p:sp>
            <p:nvSpPr>
              <p:cNvPr id="111" name="Google Shape;233;p23"/>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12" name="Google Shape;234;p23"/>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13" name="Google Shape;235;p23"/>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grpSp>
        <p:nvGrpSpPr>
          <p:cNvPr id="114" name="Google Shape;29;p4"/>
          <p:cNvGrpSpPr/>
          <p:nvPr/>
        </p:nvGrpSpPr>
        <p:grpSpPr>
          <a:xfrm>
            <a:off x="0" y="0"/>
            <a:ext cx="9143640" cy="228240"/>
            <a:chOff x="0" y="0"/>
            <a:chExt cx="9143640" cy="228240"/>
          </a:xfrm>
        </p:grpSpPr>
        <p:sp>
          <p:nvSpPr>
            <p:cNvPr id="115" name="Google Shape;30;p4"/>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6" name="Google Shape;31;p4"/>
            <p:cNvGrpSpPr/>
            <p:nvPr/>
          </p:nvGrpSpPr>
          <p:grpSpPr>
            <a:xfrm>
              <a:off x="228600" y="75240"/>
              <a:ext cx="339120" cy="77760"/>
              <a:chOff x="228600" y="75240"/>
              <a:chExt cx="339120" cy="77760"/>
            </a:xfrm>
          </p:grpSpPr>
          <p:sp>
            <p:nvSpPr>
              <p:cNvPr id="117" name="Google Shape;32;p4"/>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18" name="Google Shape;33;p4"/>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19" name="Google Shape;34;p4"/>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12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121" name="PlaceHolder 2"/>
          <p:cNvSpPr>
            <a:spLocks noGrp="1"/>
          </p:cNvSpPr>
          <p:nvPr>
            <p:ph type="body"/>
          </p:nvPr>
        </p:nvSpPr>
        <p:spPr>
          <a:xfrm>
            <a:off x="720000" y="1152360"/>
            <a:ext cx="7703640" cy="341604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Seventh Outline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grpSp>
        <p:nvGrpSpPr>
          <p:cNvPr id="122" name="Google Shape;38;p5"/>
          <p:cNvGrpSpPr/>
          <p:nvPr/>
        </p:nvGrpSpPr>
        <p:grpSpPr>
          <a:xfrm>
            <a:off x="0" y="0"/>
            <a:ext cx="9143640" cy="228240"/>
            <a:chOff x="0" y="0"/>
            <a:chExt cx="9143640" cy="228240"/>
          </a:xfrm>
        </p:grpSpPr>
        <p:sp>
          <p:nvSpPr>
            <p:cNvPr id="123" name="Google Shape;39;p5"/>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4" name="Google Shape;40;p5"/>
            <p:cNvGrpSpPr/>
            <p:nvPr/>
          </p:nvGrpSpPr>
          <p:grpSpPr>
            <a:xfrm>
              <a:off x="228600" y="75240"/>
              <a:ext cx="339120" cy="77760"/>
              <a:chOff x="228600" y="75240"/>
              <a:chExt cx="339120" cy="77760"/>
            </a:xfrm>
          </p:grpSpPr>
          <p:sp>
            <p:nvSpPr>
              <p:cNvPr id="125" name="Google Shape;41;p5"/>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26" name="Google Shape;42;p5"/>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27" name="Google Shape;43;p5"/>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128"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129" name="PlaceHolder 2"/>
          <p:cNvSpPr>
            <a:spLocks noGrp="1"/>
          </p:cNvSpPr>
          <p:nvPr>
            <p:ph type="body"/>
          </p:nvPr>
        </p:nvSpPr>
        <p:spPr>
          <a:xfrm>
            <a:off x="5319720" y="1351080"/>
            <a:ext cx="3595320" cy="3563640"/>
          </a:xfrm>
          <a:prstGeom prst="rect">
            <a:avLst/>
          </a:prstGeom>
          <a:noFill/>
          <a:ln w="0">
            <a:noFill/>
          </a:ln>
        </p:spPr>
        <p:txBody>
          <a:bodyPr lIns="90000" tIns="45000" rIns="90000" bIns="45000" anchor="t">
            <a:normAutofit fontScale="92500" lnSpcReduction="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grpSp>
        <p:nvGrpSpPr>
          <p:cNvPr id="130" name="Google Shape;51;p6"/>
          <p:cNvGrpSpPr/>
          <p:nvPr/>
        </p:nvGrpSpPr>
        <p:grpSpPr>
          <a:xfrm>
            <a:off x="0" y="0"/>
            <a:ext cx="9143640" cy="228240"/>
            <a:chOff x="0" y="0"/>
            <a:chExt cx="9143640" cy="228240"/>
          </a:xfrm>
        </p:grpSpPr>
        <p:sp>
          <p:nvSpPr>
            <p:cNvPr id="131" name="Google Shape;52;p6"/>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2" name="Google Shape;53;p6"/>
            <p:cNvGrpSpPr/>
            <p:nvPr/>
          </p:nvGrpSpPr>
          <p:grpSpPr>
            <a:xfrm>
              <a:off x="228600" y="75240"/>
              <a:ext cx="339120" cy="77760"/>
              <a:chOff x="228600" y="75240"/>
              <a:chExt cx="339120" cy="77760"/>
            </a:xfrm>
          </p:grpSpPr>
          <p:sp>
            <p:nvSpPr>
              <p:cNvPr id="133" name="Google Shape;54;p6"/>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34" name="Google Shape;55;p6"/>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35" name="Google Shape;56;p6"/>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136"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grpSp>
        <p:nvGrpSpPr>
          <p:cNvPr id="137" name="Google Shape;59;p7"/>
          <p:cNvGrpSpPr/>
          <p:nvPr/>
        </p:nvGrpSpPr>
        <p:grpSpPr>
          <a:xfrm>
            <a:off x="0" y="0"/>
            <a:ext cx="9143640" cy="228240"/>
            <a:chOff x="0" y="0"/>
            <a:chExt cx="9143640" cy="228240"/>
          </a:xfrm>
        </p:grpSpPr>
        <p:sp>
          <p:nvSpPr>
            <p:cNvPr id="138" name="Google Shape;60;p7"/>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9" name="Google Shape;61;p7"/>
            <p:cNvGrpSpPr/>
            <p:nvPr/>
          </p:nvGrpSpPr>
          <p:grpSpPr>
            <a:xfrm>
              <a:off x="228600" y="75240"/>
              <a:ext cx="339120" cy="77760"/>
              <a:chOff x="228600" y="75240"/>
              <a:chExt cx="339120" cy="77760"/>
            </a:xfrm>
          </p:grpSpPr>
          <p:sp>
            <p:nvSpPr>
              <p:cNvPr id="140" name="Google Shape;62;p7"/>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41" name="Google Shape;63;p7"/>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42" name="Google Shape;64;p7"/>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143" name="PlaceHolder 1"/>
          <p:cNvSpPr>
            <a:spLocks noGrp="1"/>
          </p:cNvSpPr>
          <p:nvPr>
            <p:ph type="title"/>
          </p:nvPr>
        </p:nvSpPr>
        <p:spPr>
          <a:xfrm>
            <a:off x="228600" y="228600"/>
            <a:ext cx="3998160" cy="1445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144" name="PlaceHolder 2"/>
          <p:cNvSpPr>
            <a:spLocks noGrp="1"/>
          </p:cNvSpPr>
          <p:nvPr>
            <p:ph type="body"/>
          </p:nvPr>
        </p:nvSpPr>
        <p:spPr>
          <a:xfrm>
            <a:off x="1609560" y="2066040"/>
            <a:ext cx="3823920" cy="253224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Seventh Outline Level</a:t>
            </a:r>
          </a:p>
        </p:txBody>
      </p:sp>
      <p:sp>
        <p:nvSpPr>
          <p:cNvPr id="145" name="PlaceHolder 3"/>
          <p:cNvSpPr>
            <a:spLocks noGrp="1"/>
          </p:cNvSpPr>
          <p:nvPr>
            <p:ph type="body"/>
          </p:nvPr>
        </p:nvSpPr>
        <p:spPr>
          <a:xfrm>
            <a:off x="5715720" y="0"/>
            <a:ext cx="3427920" cy="5143320"/>
          </a:xfrm>
          <a:prstGeom prst="rect">
            <a:avLst/>
          </a:prstGeom>
          <a:noFill/>
          <a:ln w="0">
            <a:noFill/>
          </a:ln>
        </p:spPr>
        <p:txBody>
          <a:bodyPr lIns="90000" tIns="45000" rIns="90000" bIns="45000" anchor="t">
            <a:normAutofit lnSpcReduction="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grpSp>
        <p:nvGrpSpPr>
          <p:cNvPr id="146" name="Google Shape;69;p8"/>
          <p:cNvGrpSpPr/>
          <p:nvPr/>
        </p:nvGrpSpPr>
        <p:grpSpPr>
          <a:xfrm>
            <a:off x="0" y="0"/>
            <a:ext cx="9143640" cy="228240"/>
            <a:chOff x="0" y="0"/>
            <a:chExt cx="9143640" cy="228240"/>
          </a:xfrm>
        </p:grpSpPr>
        <p:sp>
          <p:nvSpPr>
            <p:cNvPr id="147" name="Google Shape;70;p8"/>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48" name="Google Shape;71;p8"/>
            <p:cNvGrpSpPr/>
            <p:nvPr/>
          </p:nvGrpSpPr>
          <p:grpSpPr>
            <a:xfrm>
              <a:off x="228600" y="75240"/>
              <a:ext cx="339120" cy="77760"/>
              <a:chOff x="228600" y="75240"/>
              <a:chExt cx="339120" cy="77760"/>
            </a:xfrm>
          </p:grpSpPr>
          <p:sp>
            <p:nvSpPr>
              <p:cNvPr id="149" name="Google Shape;72;p8"/>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50" name="Google Shape;73;p8"/>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51" name="Google Shape;74;p8"/>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152" name="PlaceHolder 1"/>
          <p:cNvSpPr>
            <a:spLocks noGrp="1"/>
          </p:cNvSpPr>
          <p:nvPr>
            <p:ph type="title"/>
          </p:nvPr>
        </p:nvSpPr>
        <p:spPr>
          <a:xfrm>
            <a:off x="1388160" y="1307160"/>
            <a:ext cx="6367320" cy="25290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grpSp>
        <p:nvGrpSpPr>
          <p:cNvPr id="153" name="Google Shape;77;p9"/>
          <p:cNvGrpSpPr/>
          <p:nvPr/>
        </p:nvGrpSpPr>
        <p:grpSpPr>
          <a:xfrm>
            <a:off x="0" y="0"/>
            <a:ext cx="9143640" cy="228240"/>
            <a:chOff x="0" y="0"/>
            <a:chExt cx="9143640" cy="228240"/>
          </a:xfrm>
        </p:grpSpPr>
        <p:sp>
          <p:nvSpPr>
            <p:cNvPr id="154" name="Google Shape;78;p9"/>
            <p:cNvSpPr/>
            <p:nvPr/>
          </p:nvSpPr>
          <p:spPr>
            <a:xfrm>
              <a:off x="0" y="0"/>
              <a:ext cx="9143640" cy="22824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55" name="Google Shape;79;p9"/>
            <p:cNvGrpSpPr/>
            <p:nvPr/>
          </p:nvGrpSpPr>
          <p:grpSpPr>
            <a:xfrm>
              <a:off x="228600" y="75240"/>
              <a:ext cx="339120" cy="77760"/>
              <a:chOff x="228600" y="75240"/>
              <a:chExt cx="339120" cy="77760"/>
            </a:xfrm>
          </p:grpSpPr>
          <p:sp>
            <p:nvSpPr>
              <p:cNvPr id="156" name="Google Shape;80;p9"/>
              <p:cNvSpPr/>
              <p:nvPr/>
            </p:nvSpPr>
            <p:spPr>
              <a:xfrm>
                <a:off x="22860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57" name="Google Shape;81;p9"/>
              <p:cNvSpPr/>
              <p:nvPr/>
            </p:nvSpPr>
            <p:spPr>
              <a:xfrm>
                <a:off x="35928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sp>
            <p:nvSpPr>
              <p:cNvPr id="158" name="Google Shape;82;p9"/>
              <p:cNvSpPr/>
              <p:nvPr/>
            </p:nvSpPr>
            <p:spPr>
              <a:xfrm>
                <a:off x="489960" y="75240"/>
                <a:ext cx="77760" cy="77760"/>
              </a:xfrm>
              <a:prstGeom prst="ellipse">
                <a:avLst/>
              </a:prstGeom>
              <a:solidFill>
                <a:schemeClr val="lt1"/>
              </a:solidFill>
              <a:ln w="0">
                <a:noFill/>
              </a:ln>
            </p:spPr>
            <p:style>
              <a:lnRef idx="0">
                <a:scrgbClr r="0" g="0" b="0"/>
              </a:lnRef>
              <a:fillRef idx="0">
                <a:scrgbClr r="0" g="0" b="0"/>
              </a:fillRef>
              <a:effectRef idx="0">
                <a:scrgbClr r="0" g="0" b="0"/>
              </a:effectRef>
              <a:fontRef idx="minor"/>
            </p:style>
            <p:txBody>
              <a:bodyPr lIns="32400" tIns="27720" rIns="32400" bIns="27720" anchor="ctr">
                <a:noAutofit/>
              </a:bodyPr>
              <a:lstStyle/>
              <a:p>
                <a:pPr algn="ctr" defTabSz="914400">
                  <a:lnSpc>
                    <a:spcPct val="100000"/>
                  </a:lnSpc>
                  <a:tabLst>
                    <a:tab pos="0" algn="l"/>
                  </a:tabLst>
                </a:pPr>
                <a:endParaRPr lang="en-US" sz="1800" b="0" u="none" strike="noStrike">
                  <a:solidFill>
                    <a:srgbClr val="FFFFFF"/>
                  </a:solidFill>
                  <a:effectLst/>
                  <a:uFillTx/>
                  <a:latin typeface="OpenSymbol"/>
                </a:endParaRPr>
              </a:p>
            </p:txBody>
          </p:sp>
        </p:grpSp>
      </p:grpSp>
      <p:sp>
        <p:nvSpPr>
          <p:cNvPr id="15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PlaceHolder 1"/>
          <p:cNvSpPr>
            <a:spLocks noGrp="1"/>
          </p:cNvSpPr>
          <p:nvPr>
            <p:ph type="subTitle"/>
          </p:nvPr>
        </p:nvSpPr>
        <p:spPr>
          <a:xfrm>
            <a:off x="228600" y="4486320"/>
            <a:ext cx="3790440" cy="428400"/>
          </a:xfrm>
          <a:prstGeom prst="rect">
            <a:avLst/>
          </a:prstGeom>
          <a:solidFill>
            <a:schemeClr val="dk1"/>
          </a:solidFill>
          <a:ln w="0">
            <a:noFill/>
          </a:ln>
        </p:spPr>
        <p:txBody>
          <a:bodyPr lIns="91440" tIns="91440" rIns="91440" bIns="91440" anchor="t">
            <a:normAutofit/>
          </a:bodyPr>
          <a:lstStyle/>
          <a:p>
            <a:pPr>
              <a:lnSpc>
                <a:spcPct val="100000"/>
              </a:lnSpc>
              <a:tabLst>
                <a:tab pos="0" algn="l"/>
              </a:tabLst>
            </a:pPr>
            <a:r>
              <a:rPr lang="en-US" sz="1600" b="0" u="none" strike="noStrike">
                <a:solidFill>
                  <a:schemeClr val="lt1"/>
                </a:solidFill>
                <a:effectLst/>
                <a:uFillTx/>
                <a:latin typeface="Roboto"/>
                <a:ea typeface="Roboto"/>
              </a:rPr>
              <a:t>Using Deep Learning for IoT Machines</a:t>
            </a:r>
            <a:endParaRPr lang="en-US" sz="1600" b="0" u="none" strike="noStrike">
              <a:solidFill>
                <a:srgbClr val="000000"/>
              </a:solidFill>
              <a:effectLst/>
              <a:uFillTx/>
              <a:latin typeface="OpenSymbol"/>
            </a:endParaRPr>
          </a:p>
        </p:txBody>
      </p:sp>
      <p:sp>
        <p:nvSpPr>
          <p:cNvPr id="168" name="PlaceHolder 2"/>
          <p:cNvSpPr>
            <a:spLocks noGrp="1"/>
          </p:cNvSpPr>
          <p:nvPr>
            <p:ph type="title"/>
          </p:nvPr>
        </p:nvSpPr>
        <p:spPr>
          <a:xfrm>
            <a:off x="228600" y="1857240"/>
            <a:ext cx="5257440" cy="24001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7200" b="1" u="none" strike="noStrike">
                <a:solidFill>
                  <a:schemeClr val="dk1"/>
                </a:solidFill>
                <a:effectLst/>
                <a:uFillTx/>
                <a:latin typeface="Space Grotesk"/>
                <a:ea typeface="Space Grotesk"/>
              </a:rPr>
              <a:t>Predictive Maintenance</a:t>
            </a:r>
            <a:endParaRPr lang="fr-FR" sz="7200" b="0" u="none" strike="noStrike">
              <a:solidFill>
                <a:schemeClr val="dk1"/>
              </a:solidFill>
              <a:effectLst/>
              <a:uFillTx/>
              <a:latin typeface="Arial"/>
            </a:endParaRPr>
          </a:p>
        </p:txBody>
      </p:sp>
      <p:pic>
        <p:nvPicPr>
          <p:cNvPr id="170" name="Google Shape;254;p28"/>
          <p:cNvPicPr/>
          <p:nvPr/>
        </p:nvPicPr>
        <p:blipFill>
          <a:blip r:embed="rId2"/>
          <a:srcRect l="1858" r="1858"/>
          <a:stretch/>
        </p:blipFill>
        <p:spPr>
          <a:xfrm>
            <a:off x="6341040" y="1006920"/>
            <a:ext cx="2573640" cy="3907800"/>
          </a:xfrm>
          <a:prstGeom prst="rect">
            <a:avLst/>
          </a:prstGeom>
          <a:noFill/>
          <a:ln w="0">
            <a:noFill/>
          </a:ln>
        </p:spPr>
      </p:pic>
      <p:sp>
        <p:nvSpPr>
          <p:cNvPr id="175" name="Google Shape;259;p28"/>
          <p:cNvSpPr/>
          <p:nvPr/>
        </p:nvSpPr>
        <p:spPr>
          <a:xfrm rot="16200000">
            <a:off x="7743960" y="3562920"/>
            <a:ext cx="2580840" cy="123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tabLst>
                <a:tab pos="0" algn="l"/>
              </a:tabLst>
            </a:pPr>
            <a:r>
              <a:rPr lang="en" sz="800" b="1" u="none" strike="noStrike">
                <a:solidFill>
                  <a:schemeClr val="dk1"/>
                </a:solidFill>
                <a:effectLst/>
                <a:uFillTx/>
                <a:latin typeface="Arial"/>
              </a:rPr>
              <a:t>← &lt;/build_future&gt;</a:t>
            </a:r>
            <a:endParaRPr lang="en-US" sz="800" b="0" u="none" strike="noStrike">
              <a:solidFill>
                <a:srgbClr val="FFFFFF"/>
              </a:solidFill>
              <a:effectLst/>
              <a:uFillTx/>
              <a:latin typeface="OpenSymbo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228600" y="866880"/>
            <a:ext cx="5562360" cy="15714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4500" b="1" u="none" strike="noStrike" dirty="0">
                <a:solidFill>
                  <a:schemeClr val="dk1"/>
                </a:solidFill>
                <a:effectLst/>
                <a:uFillTx/>
                <a:latin typeface="Space Grotesk"/>
                <a:ea typeface="Space Grotesk"/>
              </a:rPr>
              <a:t>Introduction</a:t>
            </a:r>
            <a:endParaRPr lang="fr-FR" sz="4500" b="0" u="none" strike="noStrike" dirty="0">
              <a:solidFill>
                <a:schemeClr val="dk1"/>
              </a:solidFill>
              <a:effectLst/>
              <a:uFillTx/>
              <a:latin typeface="Arial"/>
            </a:endParaRPr>
          </a:p>
        </p:txBody>
      </p:sp>
      <p:sp>
        <p:nvSpPr>
          <p:cNvPr id="177" name="PlaceHolder 2"/>
          <p:cNvSpPr>
            <a:spLocks noGrp="1"/>
          </p:cNvSpPr>
          <p:nvPr>
            <p:ph type="subTitle"/>
          </p:nvPr>
        </p:nvSpPr>
        <p:spPr>
          <a:xfrm>
            <a:off x="3352680" y="2657520"/>
            <a:ext cx="5562360" cy="1847520"/>
          </a:xfrm>
          <a:prstGeom prst="rect">
            <a:avLst/>
          </a:prstGeom>
          <a:noFill/>
          <a:ln w="0">
            <a:noFill/>
          </a:ln>
        </p:spPr>
        <p:txBody>
          <a:bodyPr lIns="91440" tIns="91440" rIns="91440" bIns="91440" anchor="t">
            <a:normAutofit/>
          </a:bodyPr>
          <a:lstStyle/>
          <a:p>
            <a:pPr indent="0" algn="just">
              <a:lnSpc>
                <a:spcPct val="150000"/>
              </a:lnSpc>
              <a:buNone/>
              <a:tabLst>
                <a:tab pos="0" algn="l"/>
              </a:tabLst>
            </a:pPr>
            <a:r>
              <a:rPr lang="en-US" sz="1200" b="0" u="none" strike="noStrike" dirty="0">
                <a:solidFill>
                  <a:schemeClr val="dk1"/>
                </a:solidFill>
                <a:effectLst/>
                <a:uFillTx/>
                <a:latin typeface="Roboto"/>
                <a:ea typeface="Roboto"/>
              </a:rPr>
              <a:t>Predictive maintenance uses IoT sensor data to anticipate machine failures before they occur. This project applies a deep learning model to classify machine health states, leveraging real-time industrial IoT data. The proposed system significantly reduces downtime by enabling timely maintenance, enhancing operational efficiency and cost savings.</a:t>
            </a:r>
            <a:endParaRPr lang="en-US" sz="1200" b="0" u="none" strike="noStrike" dirty="0">
              <a:solidFill>
                <a:srgbClr val="FFFFFF"/>
              </a:solidFill>
              <a:effectLst/>
              <a:uFillTx/>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3" name="Google Shape;345;p32"/>
          <p:cNvPicPr/>
          <p:nvPr/>
        </p:nvPicPr>
        <p:blipFill>
          <a:blip r:embed="rId2"/>
          <a:srcRect l="1858" r="1858"/>
          <a:stretch/>
        </p:blipFill>
        <p:spPr>
          <a:xfrm>
            <a:off x="228600" y="1006920"/>
            <a:ext cx="2573640" cy="3907800"/>
          </a:xfrm>
          <a:prstGeom prst="rect">
            <a:avLst/>
          </a:prstGeom>
          <a:noFill/>
          <a:ln w="0">
            <a:noFill/>
          </a:ln>
        </p:spPr>
      </p:pic>
      <p:sp>
        <p:nvSpPr>
          <p:cNvPr id="184" name="PlaceHolder 1"/>
          <p:cNvSpPr>
            <a:spLocks noGrp="1"/>
          </p:cNvSpPr>
          <p:nvPr>
            <p:ph type="title"/>
          </p:nvPr>
        </p:nvSpPr>
        <p:spPr>
          <a:xfrm>
            <a:off x="3952800" y="2886120"/>
            <a:ext cx="4962240" cy="2028600"/>
          </a:xfrm>
          <a:prstGeom prst="rect">
            <a:avLst/>
          </a:prstGeom>
          <a:noFill/>
          <a:ln w="0">
            <a:noFill/>
          </a:ln>
        </p:spPr>
        <p:txBody>
          <a:bodyPr lIns="91440" tIns="91440" rIns="91440" bIns="91440" anchor="ctr">
            <a:normAutofit fontScale="77500" lnSpcReduction="19999"/>
          </a:bodyPr>
          <a:lstStyle/>
          <a:p>
            <a:pPr indent="0" algn="r">
              <a:lnSpc>
                <a:spcPct val="100000"/>
              </a:lnSpc>
              <a:buNone/>
              <a:tabLst>
                <a:tab pos="0" algn="l"/>
              </a:tabLst>
            </a:pPr>
            <a:r>
              <a:rPr lang="en-US" sz="6000" b="1" u="none" strike="noStrike">
                <a:solidFill>
                  <a:schemeClr val="dk1"/>
                </a:solidFill>
                <a:effectLst/>
                <a:uFillTx/>
                <a:latin typeface="Space Grotesk"/>
                <a:ea typeface="Space Grotesk"/>
              </a:rPr>
              <a:t>Predictive Maintenance Overview</a:t>
            </a:r>
            <a:endParaRPr lang="fr-FR" sz="6000" b="0" u="none" strike="noStrike">
              <a:solidFill>
                <a:schemeClr val="dk1"/>
              </a:solidFill>
              <a:effectLst/>
              <a:uFillTx/>
              <a:latin typeface="Arial"/>
            </a:endParaRPr>
          </a:p>
        </p:txBody>
      </p:sp>
      <p:sp>
        <p:nvSpPr>
          <p:cNvPr id="185" name="PlaceHolder 2"/>
          <p:cNvSpPr>
            <a:spLocks noGrp="1"/>
          </p:cNvSpPr>
          <p:nvPr>
            <p:ph type="title"/>
          </p:nvPr>
        </p:nvSpPr>
        <p:spPr>
          <a:xfrm>
            <a:off x="7648560" y="1542960"/>
            <a:ext cx="1266480" cy="1104480"/>
          </a:xfrm>
          <a:prstGeom prst="rect">
            <a:avLst/>
          </a:prstGeom>
          <a:solidFill>
            <a:schemeClr val="dk1"/>
          </a:solidFill>
          <a:ln w="0">
            <a:noFill/>
          </a:ln>
        </p:spPr>
        <p:txBody>
          <a:bodyPr lIns="91440" tIns="91440" rIns="91440" bIns="91440" anchor="ctr">
            <a:normAutofit/>
          </a:bodyPr>
          <a:lstStyle/>
          <a:p>
            <a:pPr indent="0" algn="r">
              <a:lnSpc>
                <a:spcPct val="100000"/>
              </a:lnSpc>
              <a:buNone/>
              <a:tabLst>
                <a:tab pos="0" algn="l"/>
              </a:tabLst>
            </a:pPr>
            <a:r>
              <a:rPr lang="en-US" sz="6000" b="0" u="none" strike="noStrike">
                <a:solidFill>
                  <a:schemeClr val="lt1"/>
                </a:solidFill>
                <a:effectLst/>
                <a:uFillTx/>
                <a:latin typeface="IBM Plex Mono SemiBold"/>
                <a:ea typeface="IBM Plex Mono SemiBold"/>
              </a:rPr>
              <a:t>01</a:t>
            </a:r>
            <a:endParaRPr lang="fr-FR" sz="6000" b="0" u="none" strike="noStrike">
              <a:solidFill>
                <a:schemeClr val="dk1"/>
              </a:solidFill>
              <a:effectLst/>
              <a:uFillTx/>
              <a:latin typeface="Arial"/>
            </a:endParaRPr>
          </a:p>
        </p:txBody>
      </p:sp>
      <p:sp>
        <p:nvSpPr>
          <p:cNvPr id="191" name="Google Shape;353;p32"/>
          <p:cNvSpPr/>
          <p:nvPr/>
        </p:nvSpPr>
        <p:spPr>
          <a:xfrm rot="16200000">
            <a:off x="1629000" y="2238840"/>
            <a:ext cx="2580840" cy="123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tabLst>
                <a:tab pos="0" algn="l"/>
              </a:tabLst>
            </a:pPr>
            <a:endParaRPr lang="fr-FR" sz="1800" b="0" u="none" strike="noStrike">
              <a:solidFill>
                <a:schemeClr val="dk1"/>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PlaceHolder 1"/>
          <p:cNvSpPr>
            <a:spLocks noGrp="1"/>
          </p:cNvSpPr>
          <p:nvPr>
            <p:ph type="title"/>
          </p:nvPr>
        </p:nvSpPr>
        <p:spPr>
          <a:xfrm>
            <a:off x="228600" y="866880"/>
            <a:ext cx="5562360" cy="15714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4500" b="1" u="none" strike="noStrike" dirty="0">
                <a:solidFill>
                  <a:schemeClr val="dk1"/>
                </a:solidFill>
                <a:effectLst/>
                <a:uFillTx/>
                <a:latin typeface="Space Grotesk"/>
                <a:ea typeface="Space Grotesk"/>
              </a:rPr>
              <a:t>Concept and</a:t>
            </a:r>
            <a:endParaRPr lang="fr-FR" sz="4500" b="0" u="none" strike="noStrike" dirty="0">
              <a:solidFill>
                <a:schemeClr val="dk1"/>
              </a:solidFill>
              <a:effectLst/>
              <a:uFillTx/>
              <a:latin typeface="Arial"/>
            </a:endParaRPr>
          </a:p>
          <a:p>
            <a:pPr indent="0">
              <a:lnSpc>
                <a:spcPct val="100000"/>
              </a:lnSpc>
              <a:buNone/>
              <a:tabLst>
                <a:tab pos="0" algn="l"/>
              </a:tabLst>
            </a:pPr>
            <a:r>
              <a:rPr lang="en-US" sz="4500" b="1" u="none" strike="noStrike" dirty="0">
                <a:solidFill>
                  <a:schemeClr val="dk1"/>
                </a:solidFill>
                <a:effectLst/>
                <a:uFillTx/>
                <a:latin typeface="Space Grotesk"/>
                <a:ea typeface="Space Grotesk"/>
              </a:rPr>
              <a:t> Importance</a:t>
            </a:r>
            <a:endParaRPr lang="fr-FR" sz="4500" b="0" u="none" strike="noStrike" dirty="0">
              <a:solidFill>
                <a:schemeClr val="dk1"/>
              </a:solidFill>
              <a:effectLst/>
              <a:uFillTx/>
              <a:latin typeface="Arial"/>
            </a:endParaRPr>
          </a:p>
        </p:txBody>
      </p:sp>
      <p:sp>
        <p:nvSpPr>
          <p:cNvPr id="193" name="PlaceHolder 2"/>
          <p:cNvSpPr>
            <a:spLocks noGrp="1"/>
          </p:cNvSpPr>
          <p:nvPr>
            <p:ph type="subTitle"/>
          </p:nvPr>
        </p:nvSpPr>
        <p:spPr>
          <a:xfrm>
            <a:off x="3352680" y="2657520"/>
            <a:ext cx="5562360" cy="1847520"/>
          </a:xfrm>
          <a:prstGeom prst="rect">
            <a:avLst/>
          </a:prstGeom>
          <a:noFill/>
          <a:ln w="0">
            <a:noFill/>
          </a:ln>
        </p:spPr>
        <p:txBody>
          <a:bodyPr lIns="91440" tIns="91440" rIns="91440" bIns="91440" anchor="t">
            <a:normAutofit/>
          </a:bodyPr>
          <a:lstStyle/>
          <a:p>
            <a:pPr indent="0" algn="just">
              <a:lnSpc>
                <a:spcPct val="150000"/>
              </a:lnSpc>
              <a:buNone/>
              <a:tabLst>
                <a:tab pos="0" algn="l"/>
              </a:tabLst>
            </a:pPr>
            <a:r>
              <a:rPr lang="en-US" sz="1200" b="0" u="none" strike="noStrike" dirty="0">
                <a:solidFill>
                  <a:schemeClr val="dk1"/>
                </a:solidFill>
                <a:effectLst/>
                <a:uFillTx/>
                <a:latin typeface="Roboto"/>
                <a:ea typeface="Roboto"/>
              </a:rPr>
              <a:t>Predictive maintenance forecasts equipment faults using AI and machine learning, replacing inefficient reactive and preventive methods. It enables real-time monitoring through IoT sensors capturing key parameters like temperature and torque. This proactive strategy ensures operational continuity, reduces unexpected downtime, and optimizes maintenance costs.</a:t>
            </a:r>
            <a:endParaRPr lang="en-US" sz="1200" b="0" u="none" strike="noStrike" dirty="0">
              <a:solidFill>
                <a:srgbClr val="FFFFFF"/>
              </a:solidFill>
              <a:effectLst/>
              <a:uFillTx/>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PlaceHolder 1"/>
          <p:cNvSpPr>
            <a:spLocks noGrp="1"/>
          </p:cNvSpPr>
          <p:nvPr>
            <p:ph type="title"/>
          </p:nvPr>
        </p:nvSpPr>
        <p:spPr>
          <a:xfrm>
            <a:off x="219240" y="3362400"/>
            <a:ext cx="8695800" cy="6472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2600" b="1" u="none" strike="noStrike">
                <a:solidFill>
                  <a:schemeClr val="dk1"/>
                </a:solidFill>
                <a:effectLst/>
                <a:uFillTx/>
                <a:latin typeface="Space Grotesk"/>
                <a:ea typeface="Space Grotesk"/>
              </a:rPr>
              <a:t>Benefits for IoT Machines</a:t>
            </a:r>
            <a:endParaRPr lang="fr-FR" sz="2600" b="0" u="none" strike="noStrike">
              <a:solidFill>
                <a:schemeClr val="dk1"/>
              </a:solidFill>
              <a:effectLst/>
              <a:uFillTx/>
              <a:latin typeface="Arial"/>
            </a:endParaRPr>
          </a:p>
        </p:txBody>
      </p:sp>
      <p:pic>
        <p:nvPicPr>
          <p:cNvPr id="200" name="Google Shape;337;p31"/>
          <p:cNvPicPr/>
          <p:nvPr/>
        </p:nvPicPr>
        <p:blipFill>
          <a:blip r:embed="rId2"/>
          <a:srcRect t="18273" b="18273"/>
          <a:stretch/>
        </p:blipFill>
        <p:spPr>
          <a:xfrm>
            <a:off x="228600" y="632880"/>
            <a:ext cx="7299360" cy="2645640"/>
          </a:xfrm>
          <a:prstGeom prst="rect">
            <a:avLst/>
          </a:prstGeom>
          <a:noFill/>
          <a:ln w="0">
            <a:noFill/>
          </a:ln>
        </p:spPr>
      </p:pic>
      <p:sp>
        <p:nvSpPr>
          <p:cNvPr id="201" name="PlaceHolder 2"/>
          <p:cNvSpPr>
            <a:spLocks noGrp="1"/>
          </p:cNvSpPr>
          <p:nvPr>
            <p:ph type="subTitle"/>
          </p:nvPr>
        </p:nvSpPr>
        <p:spPr>
          <a:xfrm>
            <a:off x="219240" y="4010040"/>
            <a:ext cx="8695800" cy="742680"/>
          </a:xfrm>
          <a:prstGeom prst="rect">
            <a:avLst/>
          </a:prstGeom>
          <a:noFill/>
          <a:ln w="0">
            <a:noFill/>
          </a:ln>
        </p:spPr>
        <p:txBody>
          <a:bodyPr lIns="91440" tIns="91440" rIns="91440" bIns="91440" anchor="b">
            <a:normAutofit fontScale="85000" lnSpcReduction="19999"/>
          </a:bodyPr>
          <a:lstStyle/>
          <a:p>
            <a:pPr algn="r">
              <a:lnSpc>
                <a:spcPct val="150000"/>
              </a:lnSpc>
              <a:tabLst>
                <a:tab pos="0" algn="l"/>
              </a:tabLst>
            </a:pPr>
            <a:r>
              <a:rPr lang="en-US" sz="1200" b="0" u="none" strike="noStrike">
                <a:solidFill>
                  <a:schemeClr val="dk1"/>
                </a:solidFill>
                <a:effectLst/>
                <a:uFillTx/>
                <a:latin typeface="Roboto"/>
                <a:ea typeface="Roboto"/>
              </a:rPr>
              <a:t>IoT integration allows continuous data collection from multiple sensors, feeding deep learning models to detect early warning signs. This results in high accuracy fault prediction, supporting smart factories. Benefits include minimizing machine breakdowns, improving production efficiency, and enabling automated decision-making in Industry 4.0 environments.</a:t>
            </a:r>
            <a:endParaRPr lang="en-US" sz="1200" b="0" u="none" strike="noStrike">
              <a:solidFill>
                <a:srgbClr val="FFFFFF"/>
              </a:solidFill>
              <a:effectLst/>
              <a:uFillTx/>
              <a:latin typeface="OpenSymbol"/>
            </a:endParaRPr>
          </a:p>
        </p:txBody>
      </p:sp>
      <p:cxnSp>
        <p:nvCxnSpPr>
          <p:cNvPr id="202" name="Google Shape;339;p31"/>
          <p:cNvCxnSpPr/>
          <p:nvPr/>
        </p:nvCxnSpPr>
        <p:spPr>
          <a:xfrm>
            <a:off x="0" y="4010760"/>
            <a:ext cx="9144360" cy="360"/>
          </a:xfrm>
          <a:prstGeom prst="straightConnector1">
            <a:avLst/>
          </a:prstGeom>
          <a:ln w="9525">
            <a:solidFill>
              <a:srgbClr val="FFFFFF"/>
            </a:solidFill>
            <a:round/>
          </a:ln>
        </p:spPr>
      </p:cxnSp>
      <p:sp>
        <p:nvSpPr>
          <p:cNvPr id="203" name="Google Shape;340;p31"/>
          <p:cNvSpPr/>
          <p:nvPr/>
        </p:nvSpPr>
        <p:spPr>
          <a:xfrm>
            <a:off x="4952880" y="457200"/>
            <a:ext cx="2580840" cy="123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tabLst>
                <a:tab pos="0" algn="l"/>
              </a:tabLst>
            </a:pPr>
            <a:r>
              <a:rPr lang="en" sz="800" b="1" u="none" strike="noStrike">
                <a:solidFill>
                  <a:schemeClr val="dk1"/>
                </a:solidFill>
                <a:effectLst/>
                <a:uFillTx/>
                <a:latin typeface="Arial"/>
              </a:rPr>
              <a:t>&lt;/innovation_pipeline&gt;</a:t>
            </a:r>
            <a:endParaRPr lang="en-US" sz="800" b="0" u="none" strike="noStrike">
              <a:solidFill>
                <a:srgbClr val="FFFFFF"/>
              </a:solidFill>
              <a:effectLst/>
              <a:uFillTx/>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PlaceHolder 1"/>
          <p:cNvSpPr>
            <a:spLocks noGrp="1"/>
          </p:cNvSpPr>
          <p:nvPr>
            <p:ph type="title"/>
          </p:nvPr>
        </p:nvSpPr>
        <p:spPr>
          <a:xfrm>
            <a:off x="228600" y="866880"/>
            <a:ext cx="8686440" cy="15714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4500" b="1" u="none" strike="noStrike" dirty="0">
                <a:solidFill>
                  <a:schemeClr val="dk1"/>
                </a:solidFill>
                <a:effectLst/>
                <a:uFillTx/>
                <a:latin typeface="Space Grotesk"/>
                <a:ea typeface="Space Grotesk"/>
              </a:rPr>
              <a:t>Challenges and</a:t>
            </a:r>
            <a:endParaRPr lang="fr-FR" sz="4500" b="0" u="none" strike="noStrike" dirty="0">
              <a:solidFill>
                <a:schemeClr val="dk1"/>
              </a:solidFill>
              <a:effectLst/>
              <a:uFillTx/>
              <a:latin typeface="Arial"/>
            </a:endParaRPr>
          </a:p>
          <a:p>
            <a:pPr indent="0">
              <a:lnSpc>
                <a:spcPct val="100000"/>
              </a:lnSpc>
              <a:buNone/>
              <a:tabLst>
                <a:tab pos="0" algn="l"/>
              </a:tabLst>
            </a:pPr>
            <a:r>
              <a:rPr lang="en-US" sz="4500" b="1" u="none" strike="noStrike" dirty="0">
                <a:solidFill>
                  <a:schemeClr val="dk1"/>
                </a:solidFill>
                <a:effectLst/>
                <a:uFillTx/>
                <a:latin typeface="Space Grotesk"/>
                <a:ea typeface="Space Grotesk"/>
              </a:rPr>
              <a:t> Considerations</a:t>
            </a:r>
            <a:endParaRPr lang="fr-FR" sz="4500" b="0" u="none" strike="noStrike" dirty="0">
              <a:solidFill>
                <a:schemeClr val="dk1"/>
              </a:solidFill>
              <a:effectLst/>
              <a:uFillTx/>
              <a:latin typeface="Arial"/>
            </a:endParaRPr>
          </a:p>
        </p:txBody>
      </p:sp>
      <p:sp>
        <p:nvSpPr>
          <p:cNvPr id="205" name="PlaceHolder 2"/>
          <p:cNvSpPr>
            <a:spLocks noGrp="1"/>
          </p:cNvSpPr>
          <p:nvPr>
            <p:ph type="subTitle"/>
          </p:nvPr>
        </p:nvSpPr>
        <p:spPr>
          <a:xfrm>
            <a:off x="3352680" y="2657520"/>
            <a:ext cx="5562360" cy="2140640"/>
          </a:xfrm>
          <a:prstGeom prst="rect">
            <a:avLst/>
          </a:prstGeom>
          <a:noFill/>
          <a:ln w="0">
            <a:noFill/>
          </a:ln>
        </p:spPr>
        <p:txBody>
          <a:bodyPr lIns="91440" tIns="91440" rIns="91440" bIns="91440" anchor="t">
            <a:normAutofit/>
          </a:bodyPr>
          <a:lstStyle/>
          <a:p>
            <a:pPr indent="0" algn="just">
              <a:lnSpc>
                <a:spcPct val="150000"/>
              </a:lnSpc>
              <a:buNone/>
              <a:tabLst>
                <a:tab pos="0" algn="l"/>
              </a:tabLst>
            </a:pPr>
            <a:r>
              <a:rPr lang="en-US" sz="1200" b="0" u="none" strike="noStrike" dirty="0">
                <a:solidFill>
                  <a:schemeClr val="dk1"/>
                </a:solidFill>
                <a:effectLst/>
                <a:uFillTx/>
                <a:latin typeface="Roboto"/>
                <a:ea typeface="Roboto"/>
              </a:rPr>
              <a:t>Deploying predictive maintenance in industrial IoT systems faces challenges such as handling noisy and imbalanced datasets, ensuring data quality, and managing real-time data streams. The complexity of sensor data requires advanced preprocessing including cleaning, normalization, and encoding. Additionally, the interpretability of deep learning models remains critical for operator trust, while deployment environments demand both low latency and energy-efficient solutions.</a:t>
            </a:r>
            <a:endParaRPr lang="en-US" sz="1200" b="0" u="none" strike="noStrike" dirty="0">
              <a:solidFill>
                <a:srgbClr val="FFFFFF"/>
              </a:solidFill>
              <a:effectLst/>
              <a:uFillTx/>
              <a:latin typeface="OpenSymbol"/>
            </a:endParaRPr>
          </a:p>
        </p:txBody>
      </p:sp>
      <p:cxnSp>
        <p:nvCxnSpPr>
          <p:cNvPr id="206" name="Google Shape;360;p33"/>
          <p:cNvCxnSpPr/>
          <p:nvPr/>
        </p:nvCxnSpPr>
        <p:spPr>
          <a:xfrm>
            <a:off x="0" y="457200"/>
            <a:ext cx="9144360" cy="360"/>
          </a:xfrm>
          <a:prstGeom prst="straightConnector1">
            <a:avLst/>
          </a:prstGeom>
          <a:ln w="9525">
            <a:solidFill>
              <a:srgbClr val="FFFFFF"/>
            </a:solidFill>
            <a:round/>
          </a:ln>
        </p:spPr>
      </p:cxnSp>
      <p:grpSp>
        <p:nvGrpSpPr>
          <p:cNvPr id="207" name="Google Shape;361;p33"/>
          <p:cNvGrpSpPr/>
          <p:nvPr/>
        </p:nvGrpSpPr>
        <p:grpSpPr>
          <a:xfrm>
            <a:off x="228600" y="281520"/>
            <a:ext cx="8686440" cy="122760"/>
            <a:chOff x="228600" y="281520"/>
            <a:chExt cx="8686440" cy="122760"/>
          </a:xfrm>
        </p:grpSpPr>
        <p:sp>
          <p:nvSpPr>
            <p:cNvPr id="208" name="Google Shape;362;p33"/>
            <p:cNvSpPr/>
            <p:nvPr/>
          </p:nvSpPr>
          <p:spPr>
            <a:xfrm>
              <a:off x="4071960" y="281520"/>
              <a:ext cx="999720" cy="12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 sz="800" b="1" u="none" strike="noStrike">
                  <a:solidFill>
                    <a:schemeClr val="dk1"/>
                  </a:solidFill>
                  <a:effectLst/>
                  <a:uFillTx/>
                  <a:latin typeface="Space Grotesk"/>
                  <a:ea typeface="Space Grotesk"/>
                </a:rPr>
                <a:t>Your Project</a:t>
              </a:r>
              <a:endParaRPr lang="en-US" sz="800" b="0" u="none" strike="noStrike">
                <a:solidFill>
                  <a:srgbClr val="FFFFFF"/>
                </a:solidFill>
                <a:effectLst/>
                <a:uFillTx/>
                <a:latin typeface="OpenSymbol"/>
              </a:endParaRPr>
            </a:p>
          </p:txBody>
        </p:sp>
        <p:sp>
          <p:nvSpPr>
            <p:cNvPr id="209" name="Google Shape;363;p33"/>
            <p:cNvSpPr/>
            <p:nvPr/>
          </p:nvSpPr>
          <p:spPr>
            <a:xfrm>
              <a:off x="7863480" y="281520"/>
              <a:ext cx="1051560" cy="12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 sz="800" b="1" u="none" strike="noStrike">
                  <a:solidFill>
                    <a:schemeClr val="dk1"/>
                  </a:solidFill>
                  <a:effectLst/>
                  <a:uFillTx/>
                  <a:latin typeface="Space Grotesk"/>
                  <a:ea typeface="Space Grotesk"/>
                </a:rPr>
                <a:t>DD/MM/20XX</a:t>
              </a:r>
              <a:endParaRPr lang="en-US" sz="800" b="0" u="none" strike="noStrike">
                <a:solidFill>
                  <a:srgbClr val="FFFFFF"/>
                </a:solidFill>
                <a:effectLst/>
                <a:uFillTx/>
                <a:latin typeface="OpenSymbol"/>
              </a:endParaRPr>
            </a:p>
          </p:txBody>
        </p:sp>
        <p:sp>
          <p:nvSpPr>
            <p:cNvPr id="210" name="Google Shape;364;p33"/>
            <p:cNvSpPr/>
            <p:nvPr/>
          </p:nvSpPr>
          <p:spPr>
            <a:xfrm>
              <a:off x="228600" y="281520"/>
              <a:ext cx="1051560" cy="12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 sz="800" b="1" u="none" strike="noStrike">
                  <a:solidFill>
                    <a:schemeClr val="dk1"/>
                  </a:solidFill>
                  <a:effectLst/>
                  <a:uFillTx/>
                  <a:latin typeface="Space Grotesk"/>
                  <a:ea typeface="Space Grotesk"/>
                </a:rPr>
                <a:t>Your Name</a:t>
              </a:r>
              <a:endParaRPr lang="en-US" sz="800" b="0" u="none" strike="noStrike">
                <a:solidFill>
                  <a:srgbClr val="FFFFFF"/>
                </a:solidFill>
                <a:effectLst/>
                <a:uFillTx/>
                <a:latin typeface="OpenSymbo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PlaceHolder 1"/>
          <p:cNvSpPr>
            <a:spLocks noGrp="1"/>
          </p:cNvSpPr>
          <p:nvPr>
            <p:ph type="title"/>
          </p:nvPr>
        </p:nvSpPr>
        <p:spPr>
          <a:xfrm>
            <a:off x="219240" y="3362400"/>
            <a:ext cx="8695800" cy="6472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2600" b="1" u="none" strike="noStrike" dirty="0">
                <a:solidFill>
                  <a:schemeClr val="dk1"/>
                </a:solidFill>
                <a:effectLst/>
                <a:uFillTx/>
                <a:latin typeface="Space Grotesk"/>
                <a:ea typeface="Space Grotesk"/>
              </a:rPr>
              <a:t>Deep Learning Models and Techniques</a:t>
            </a:r>
            <a:endParaRPr lang="fr-FR" sz="2600" b="0" u="none" strike="noStrike" dirty="0">
              <a:solidFill>
                <a:schemeClr val="dk1"/>
              </a:solidFill>
              <a:effectLst/>
              <a:uFillTx/>
              <a:latin typeface="Arial"/>
            </a:endParaRPr>
          </a:p>
        </p:txBody>
      </p:sp>
      <p:pic>
        <p:nvPicPr>
          <p:cNvPr id="221" name="Google Shape;337;p31"/>
          <p:cNvPicPr/>
          <p:nvPr/>
        </p:nvPicPr>
        <p:blipFill>
          <a:blip r:embed="rId2"/>
          <a:srcRect t="18273" b="18273"/>
          <a:stretch/>
        </p:blipFill>
        <p:spPr>
          <a:xfrm>
            <a:off x="228600" y="632880"/>
            <a:ext cx="7299360" cy="2645640"/>
          </a:xfrm>
          <a:prstGeom prst="rect">
            <a:avLst/>
          </a:prstGeom>
          <a:noFill/>
          <a:ln w="0">
            <a:noFill/>
          </a:ln>
        </p:spPr>
      </p:pic>
      <p:sp>
        <p:nvSpPr>
          <p:cNvPr id="222" name="PlaceHolder 2"/>
          <p:cNvSpPr>
            <a:spLocks noGrp="1"/>
          </p:cNvSpPr>
          <p:nvPr>
            <p:ph type="subTitle"/>
          </p:nvPr>
        </p:nvSpPr>
        <p:spPr>
          <a:xfrm>
            <a:off x="219240" y="4010040"/>
            <a:ext cx="8695800" cy="742680"/>
          </a:xfrm>
          <a:prstGeom prst="rect">
            <a:avLst/>
          </a:prstGeom>
          <a:noFill/>
          <a:ln w="0">
            <a:noFill/>
          </a:ln>
        </p:spPr>
        <p:txBody>
          <a:bodyPr lIns="91440" tIns="91440" rIns="91440" bIns="91440" anchor="b">
            <a:normAutofit fontScale="85000" lnSpcReduction="19999"/>
          </a:bodyPr>
          <a:lstStyle/>
          <a:p>
            <a:pPr algn="r">
              <a:lnSpc>
                <a:spcPct val="150000"/>
              </a:lnSpc>
              <a:tabLst>
                <a:tab pos="0" algn="l"/>
              </a:tabLst>
            </a:pPr>
            <a:r>
              <a:rPr lang="en-US" sz="1200" b="0" u="none" strike="noStrike" dirty="0">
                <a:solidFill>
                  <a:schemeClr val="dk1"/>
                </a:solidFill>
                <a:effectLst/>
                <a:uFillTx/>
                <a:latin typeface="Roboto"/>
                <a:ea typeface="Roboto"/>
              </a:rPr>
              <a:t>The system employs a Feed-Forward Neural Network (FNN) tailored for binary classification, transforming sensor data input into predictions of machine health. Other architectures such as CNN, LSTM, and hybrid CNN-LSTM models enhance spatial and temporal data analysis. Recent trends include attention mechanisms and transfer learning to improve accuracy, interpretability, and adaptability for real-world industrial applications.</a:t>
            </a:r>
            <a:endParaRPr lang="en-US" sz="1200" b="0" u="none" strike="noStrike" dirty="0">
              <a:solidFill>
                <a:srgbClr val="FFFFFF"/>
              </a:solidFill>
              <a:effectLst/>
              <a:uFillTx/>
              <a:latin typeface="OpenSymbol"/>
            </a:endParaRPr>
          </a:p>
        </p:txBody>
      </p:sp>
      <p:cxnSp>
        <p:nvCxnSpPr>
          <p:cNvPr id="223" name="Google Shape;339;p31"/>
          <p:cNvCxnSpPr/>
          <p:nvPr/>
        </p:nvCxnSpPr>
        <p:spPr>
          <a:xfrm>
            <a:off x="0" y="4010760"/>
            <a:ext cx="9144360" cy="360"/>
          </a:xfrm>
          <a:prstGeom prst="straightConnector1">
            <a:avLst/>
          </a:prstGeom>
          <a:ln w="9525">
            <a:solidFill>
              <a:srgbClr val="FFFFFF"/>
            </a:solidFill>
            <a:round/>
          </a:ln>
        </p:spPr>
      </p:cxnSp>
      <p:sp>
        <p:nvSpPr>
          <p:cNvPr id="224" name="Google Shape;340;p31"/>
          <p:cNvSpPr/>
          <p:nvPr/>
        </p:nvSpPr>
        <p:spPr>
          <a:xfrm>
            <a:off x="4952880" y="457200"/>
            <a:ext cx="2580840" cy="123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tabLst>
                <a:tab pos="0" algn="l"/>
              </a:tabLst>
            </a:pPr>
            <a:r>
              <a:rPr lang="en" sz="800" b="1" u="none" strike="noStrike">
                <a:solidFill>
                  <a:schemeClr val="dk1"/>
                </a:solidFill>
                <a:effectLst/>
                <a:uFillTx/>
                <a:latin typeface="Arial"/>
              </a:rPr>
              <a:t>&lt;/innovation_pipeline&gt;</a:t>
            </a:r>
            <a:endParaRPr lang="en-US" sz="800" b="0" u="none" strike="noStrike">
              <a:solidFill>
                <a:srgbClr val="FFFFFF"/>
              </a:solidFill>
              <a:effectLst/>
              <a:uFillTx/>
              <a:latin typeface="OpenSymbo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PlaceHolder 1"/>
          <p:cNvSpPr>
            <a:spLocks noGrp="1"/>
          </p:cNvSpPr>
          <p:nvPr>
            <p:ph type="title"/>
          </p:nvPr>
        </p:nvSpPr>
        <p:spPr>
          <a:xfrm>
            <a:off x="228599" y="866880"/>
            <a:ext cx="7774119" cy="15714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4500" b="1" u="none" strike="noStrike" dirty="0">
                <a:solidFill>
                  <a:schemeClr val="dk1"/>
                </a:solidFill>
                <a:effectLst/>
                <a:uFillTx/>
                <a:latin typeface="Space Grotesk"/>
                <a:ea typeface="Space Grotesk"/>
              </a:rPr>
              <a:t>Data Collection and Feature</a:t>
            </a:r>
            <a:endParaRPr lang="fr-FR" sz="4500" b="0" u="none" strike="noStrike" dirty="0">
              <a:solidFill>
                <a:schemeClr val="dk1"/>
              </a:solidFill>
              <a:effectLst/>
              <a:uFillTx/>
              <a:latin typeface="Arial"/>
            </a:endParaRPr>
          </a:p>
          <a:p>
            <a:pPr indent="0">
              <a:lnSpc>
                <a:spcPct val="100000"/>
              </a:lnSpc>
              <a:buNone/>
              <a:tabLst>
                <a:tab pos="0" algn="l"/>
              </a:tabLst>
            </a:pPr>
            <a:r>
              <a:rPr lang="en-US" sz="4500" b="1" u="none" strike="noStrike" dirty="0">
                <a:solidFill>
                  <a:schemeClr val="dk1"/>
                </a:solidFill>
                <a:effectLst/>
                <a:uFillTx/>
                <a:latin typeface="Space Grotesk"/>
                <a:ea typeface="Space Grotesk"/>
              </a:rPr>
              <a:t> Extraction</a:t>
            </a:r>
            <a:endParaRPr lang="fr-FR" sz="4500" b="0" u="none" strike="noStrike" dirty="0">
              <a:solidFill>
                <a:schemeClr val="dk1"/>
              </a:solidFill>
              <a:effectLst/>
              <a:uFillTx/>
              <a:latin typeface="Arial"/>
            </a:endParaRPr>
          </a:p>
        </p:txBody>
      </p:sp>
      <p:sp>
        <p:nvSpPr>
          <p:cNvPr id="226" name="PlaceHolder 2"/>
          <p:cNvSpPr>
            <a:spLocks noGrp="1"/>
          </p:cNvSpPr>
          <p:nvPr>
            <p:ph type="subTitle"/>
          </p:nvPr>
        </p:nvSpPr>
        <p:spPr>
          <a:xfrm>
            <a:off x="3352680" y="2657520"/>
            <a:ext cx="5562360" cy="1847520"/>
          </a:xfrm>
          <a:prstGeom prst="rect">
            <a:avLst/>
          </a:prstGeom>
          <a:noFill/>
          <a:ln w="0">
            <a:noFill/>
          </a:ln>
        </p:spPr>
        <p:txBody>
          <a:bodyPr lIns="91440" tIns="91440" rIns="91440" bIns="91440" anchor="t">
            <a:normAutofit/>
          </a:bodyPr>
          <a:lstStyle/>
          <a:p>
            <a:pPr indent="0" algn="just">
              <a:lnSpc>
                <a:spcPct val="150000"/>
              </a:lnSpc>
              <a:buNone/>
              <a:tabLst>
                <a:tab pos="0" algn="l"/>
              </a:tabLst>
            </a:pPr>
            <a:r>
              <a:rPr lang="en-US" sz="1200" b="0" u="none" strike="noStrike" dirty="0">
                <a:solidFill>
                  <a:schemeClr val="dk1"/>
                </a:solidFill>
                <a:effectLst/>
                <a:uFillTx/>
                <a:latin typeface="Roboto"/>
                <a:ea typeface="Roboto"/>
              </a:rPr>
              <a:t>Data is collected from IoT sensors measuring key parameters like air temperature, process temperature, torque, rotational speed, and tool wear. The dataset undergoes cleaning to remove inconsistencies, encoding of categorical features, and normalization to ensure uniform influence across variables. This post-processed data efficiently trains deep learning models to detect early signs of machine failure.</a:t>
            </a:r>
            <a:endParaRPr lang="en-US" sz="1200" b="0" u="none" strike="noStrike" dirty="0">
              <a:solidFill>
                <a:srgbClr val="FFFFFF"/>
              </a:solidFill>
              <a:effectLst/>
              <a:uFillTx/>
              <a:latin typeface="OpenSymbo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PlaceHolder 1"/>
          <p:cNvSpPr>
            <a:spLocks noGrp="1"/>
          </p:cNvSpPr>
          <p:nvPr>
            <p:ph type="title"/>
          </p:nvPr>
        </p:nvSpPr>
        <p:spPr>
          <a:xfrm>
            <a:off x="228600" y="866880"/>
            <a:ext cx="5562360" cy="1571400"/>
          </a:xfrm>
          <a:prstGeom prst="rect">
            <a:avLst/>
          </a:prstGeom>
          <a:noFill/>
          <a:ln w="0">
            <a:noFill/>
          </a:ln>
        </p:spPr>
        <p:txBody>
          <a:bodyPr lIns="91440" tIns="91440" rIns="91440" bIns="91440" anchor="t">
            <a:normAutofit fontScale="77500" lnSpcReduction="19999"/>
          </a:bodyPr>
          <a:lstStyle/>
          <a:p>
            <a:pPr indent="0">
              <a:lnSpc>
                <a:spcPct val="100000"/>
              </a:lnSpc>
              <a:buNone/>
              <a:tabLst>
                <a:tab pos="0" algn="l"/>
              </a:tabLst>
            </a:pPr>
            <a:r>
              <a:rPr lang="en-US" sz="4500" b="1" u="none" strike="noStrike">
                <a:solidFill>
                  <a:schemeClr val="dk1"/>
                </a:solidFill>
                <a:effectLst/>
                <a:uFillTx/>
                <a:latin typeface="Space Grotesk"/>
                <a:ea typeface="Space Grotesk"/>
              </a:rPr>
              <a:t>Implementation and Performance</a:t>
            </a:r>
            <a:endParaRPr lang="fr-FR" sz="4500" b="0" u="none" strike="noStrike">
              <a:solidFill>
                <a:schemeClr val="dk1"/>
              </a:solidFill>
              <a:effectLst/>
              <a:uFillTx/>
              <a:latin typeface="Arial"/>
            </a:endParaRPr>
          </a:p>
          <a:p>
            <a:pPr indent="0">
              <a:lnSpc>
                <a:spcPct val="100000"/>
              </a:lnSpc>
              <a:buNone/>
              <a:tabLst>
                <a:tab pos="0" algn="l"/>
              </a:tabLst>
            </a:pPr>
            <a:r>
              <a:rPr lang="en-US" sz="4500" b="1" u="none" strike="noStrike">
                <a:solidFill>
                  <a:schemeClr val="dk1"/>
                </a:solidFill>
                <a:effectLst/>
                <a:uFillTx/>
                <a:latin typeface="Space Grotesk"/>
                <a:ea typeface="Space Grotesk"/>
              </a:rPr>
              <a:t> Metrics</a:t>
            </a:r>
            <a:endParaRPr lang="fr-FR" sz="4500" b="0" u="none" strike="noStrike">
              <a:solidFill>
                <a:schemeClr val="dk1"/>
              </a:solidFill>
              <a:effectLst/>
              <a:uFillTx/>
              <a:latin typeface="Arial"/>
            </a:endParaRPr>
          </a:p>
        </p:txBody>
      </p:sp>
      <p:sp>
        <p:nvSpPr>
          <p:cNvPr id="233" name="PlaceHolder 2"/>
          <p:cNvSpPr>
            <a:spLocks noGrp="1"/>
          </p:cNvSpPr>
          <p:nvPr>
            <p:ph type="subTitle"/>
          </p:nvPr>
        </p:nvSpPr>
        <p:spPr>
          <a:xfrm>
            <a:off x="3352680" y="2657520"/>
            <a:ext cx="5562360" cy="1847520"/>
          </a:xfrm>
          <a:prstGeom prst="rect">
            <a:avLst/>
          </a:prstGeom>
          <a:noFill/>
          <a:ln w="0">
            <a:noFill/>
          </a:ln>
        </p:spPr>
        <p:txBody>
          <a:bodyPr lIns="91440" tIns="91440" rIns="91440" bIns="91440" anchor="t">
            <a:normAutofit/>
          </a:bodyPr>
          <a:lstStyle/>
          <a:p>
            <a:pPr indent="0" algn="just">
              <a:lnSpc>
                <a:spcPct val="150000"/>
              </a:lnSpc>
              <a:buNone/>
              <a:tabLst>
                <a:tab pos="0" algn="l"/>
              </a:tabLst>
            </a:pPr>
            <a:r>
              <a:rPr lang="en-US" sz="1200" b="0" u="none" strike="noStrike" dirty="0">
                <a:solidFill>
                  <a:schemeClr val="dk1"/>
                </a:solidFill>
                <a:effectLst/>
                <a:uFillTx/>
                <a:latin typeface="Roboto"/>
                <a:ea typeface="Roboto"/>
              </a:rPr>
              <a:t>The model was trained on the AI4I 2020 dataset, achieving a training accuracy of 99.9% and testing accuracy of 99.8%. Evaluation metrics include perfect precision (100%), high recall (97%), and an F1-score of 98%, demonstrating strong reliability in failure detection and minimal false alarms. Training showed excellent convergence without overfitting, validating the model’s generalization capability.</a:t>
            </a:r>
            <a:endParaRPr lang="en-US" sz="1200" b="0" u="none" strike="noStrike" dirty="0">
              <a:solidFill>
                <a:srgbClr val="FFFFFF"/>
              </a:solidFill>
              <a:effectLst/>
              <a:uFillTx/>
              <a:latin typeface="OpenSymbo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PlaceHolder 1"/>
          <p:cNvSpPr>
            <a:spLocks noGrp="1"/>
          </p:cNvSpPr>
          <p:nvPr>
            <p:ph type="title"/>
          </p:nvPr>
        </p:nvSpPr>
        <p:spPr>
          <a:xfrm>
            <a:off x="228600" y="866880"/>
            <a:ext cx="5562360" cy="15714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4500" b="1" u="none" strike="noStrike">
                <a:solidFill>
                  <a:schemeClr val="dk1"/>
                </a:solidFill>
                <a:effectLst/>
                <a:uFillTx/>
                <a:latin typeface="Space Grotesk"/>
                <a:ea typeface="Space Grotesk"/>
              </a:rPr>
              <a:t>Conclusions</a:t>
            </a:r>
            <a:endParaRPr lang="fr-FR" sz="4500" b="0" u="none" strike="noStrike">
              <a:solidFill>
                <a:schemeClr val="dk1"/>
              </a:solidFill>
              <a:effectLst/>
              <a:uFillTx/>
              <a:latin typeface="Arial"/>
            </a:endParaRPr>
          </a:p>
        </p:txBody>
      </p:sp>
      <p:sp>
        <p:nvSpPr>
          <p:cNvPr id="240" name="PlaceHolder 2"/>
          <p:cNvSpPr>
            <a:spLocks noGrp="1"/>
          </p:cNvSpPr>
          <p:nvPr>
            <p:ph type="subTitle"/>
          </p:nvPr>
        </p:nvSpPr>
        <p:spPr>
          <a:xfrm>
            <a:off x="3352680" y="2657520"/>
            <a:ext cx="5562360" cy="2127250"/>
          </a:xfrm>
          <a:prstGeom prst="rect">
            <a:avLst/>
          </a:prstGeom>
          <a:noFill/>
          <a:ln w="0">
            <a:noFill/>
          </a:ln>
        </p:spPr>
        <p:txBody>
          <a:bodyPr lIns="91440" tIns="91440" rIns="91440" bIns="91440" anchor="t">
            <a:normAutofit/>
          </a:bodyPr>
          <a:lstStyle/>
          <a:p>
            <a:pPr indent="0" algn="just">
              <a:lnSpc>
                <a:spcPct val="150000"/>
              </a:lnSpc>
              <a:buNone/>
              <a:tabLst>
                <a:tab pos="0" algn="l"/>
              </a:tabLst>
            </a:pPr>
            <a:r>
              <a:rPr lang="en-US" sz="1200" b="0" u="none" strike="noStrike" dirty="0">
                <a:solidFill>
                  <a:schemeClr val="dk1"/>
                </a:solidFill>
                <a:effectLst/>
                <a:uFillTx/>
                <a:latin typeface="Roboto"/>
                <a:ea typeface="Roboto"/>
              </a:rPr>
              <a:t>This deep learning-based predictive maintenance framework leverages IoT sensor data for timely machine failure prediction with outstanding accuracy and robustness. By automating fault detection and maintenance scheduling, it transforms industrial operations toward Industry 4.0 standards, reducing downtime and operational costs. Future enhancements include integrating advanced temporal models, edge deployment, explainable AI, and system integration for comprehensive smart maintenance.</a:t>
            </a:r>
            <a:endParaRPr lang="en-US" sz="1200" b="0" u="none" strike="noStrike" dirty="0">
              <a:solidFill>
                <a:srgbClr val="FFFFFF"/>
              </a:solidFill>
              <a:effectLst/>
              <a:uFillTx/>
              <a:latin typeface="OpenSymbo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 name="PlaceHolder 1"/>
          <p:cNvSpPr>
            <a:spLocks noGrp="1"/>
          </p:cNvSpPr>
          <p:nvPr>
            <p:ph type="title"/>
          </p:nvPr>
        </p:nvSpPr>
        <p:spPr>
          <a:prstGeom prst="rect">
            <a:avLst/>
          </a:prstGeom>
          <a:noFill/>
          <a:ln w="0">
            <a:noFill/>
          </a:ln>
        </p:spPr>
        <p:txBody>
          <a:bodyPr lIns="91440" tIns="91440" rIns="91440" bIns="91440" anchor="b">
            <a:spAutoFit/>
          </a:bodyPr>
          <a:lstStyle/>
          <a:p>
            <a:pPr indent="0">
              <a:lnSpc>
                <a:spcPct val="100000"/>
              </a:lnSpc>
              <a:buNone/>
              <a:tabLst>
                <a:tab pos="0" algn="l"/>
              </a:tabLst>
            </a:pPr>
            <a:r>
              <a:rPr lang="en" sz="7200" b="1" u="none" strike="noStrike" dirty="0">
                <a:solidFill>
                  <a:schemeClr val="dk1"/>
                </a:solidFill>
                <a:effectLst/>
                <a:uFillTx/>
                <a:latin typeface="Space Grotesk"/>
                <a:ea typeface="Space Grotesk"/>
              </a:rPr>
              <a:t>Thank </a:t>
            </a:r>
            <a:br>
              <a:rPr lang="en" sz="7200" b="1" u="none" strike="noStrike" dirty="0">
                <a:solidFill>
                  <a:schemeClr val="dk1"/>
                </a:solidFill>
                <a:effectLst/>
                <a:uFillTx/>
                <a:latin typeface="Space Grotesk"/>
                <a:ea typeface="Space Grotesk"/>
              </a:rPr>
            </a:br>
            <a:r>
              <a:rPr lang="en" sz="7200" b="1" u="none" strike="noStrike" dirty="0">
                <a:solidFill>
                  <a:schemeClr val="dk1"/>
                </a:solidFill>
                <a:effectLst/>
                <a:uFillTx/>
                <a:latin typeface="Space Grotesk"/>
                <a:ea typeface="Space Grotesk"/>
              </a:rPr>
              <a:t>YOU	</a:t>
            </a:r>
            <a:endParaRPr lang="fr-FR" sz="7200" b="0" u="none" strike="noStrike" dirty="0">
              <a:solidFill>
                <a:schemeClr val="dk1"/>
              </a:solidFill>
              <a:effectLst/>
              <a:uFillTx/>
              <a:latin typeface="Arial"/>
            </a:endParaRPr>
          </a:p>
        </p:txBody>
      </p:sp>
    </p:spTree>
  </p:cSld>
  <p:clrMapOvr>
    <a:masterClrMapping/>
  </p:clrMapOvr>
</p:sld>
</file>

<file path=ppt/theme/theme1.xml><?xml version="1.0" encoding="utf-8"?>
<a:theme xmlns:a="http://schemas.openxmlformats.org/drawingml/2006/main" name="Mastering Code by Slidesgo">
  <a:themeElements>
    <a:clrScheme name="Simple Light">
      <a:dk1>
        <a:srgbClr val="FFFFFF"/>
      </a:dk1>
      <a:lt1>
        <a:srgbClr val="0A0E14"/>
      </a:lt1>
      <a:dk2>
        <a:srgbClr val="FFFFFF"/>
      </a:dk2>
      <a:lt2>
        <a:srgbClr val="00E8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TotalTime>
  <Words>550</Words>
  <Application>Microsoft Office PowerPoint</Application>
  <PresentationFormat>On-screen Show (16:9)</PresentationFormat>
  <Paragraphs>31</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Arial</vt:lpstr>
      <vt:lpstr>IBM Plex Mono SemiBold</vt:lpstr>
      <vt:lpstr>OpenSymbol</vt:lpstr>
      <vt:lpstr>Roboto</vt:lpstr>
      <vt:lpstr>Space Grotesk</vt:lpstr>
      <vt:lpstr>Space Grotesk Medium</vt:lpstr>
      <vt:lpstr>Symbol</vt:lpstr>
      <vt:lpstr>Wingdings</vt:lpstr>
      <vt:lpstr>Mastering Code by Slidesgo</vt:lpstr>
      <vt:lpstr>Predictive Maintenance</vt:lpstr>
      <vt:lpstr>Introduction</vt:lpstr>
      <vt:lpstr>Predictive Maintenance Overview</vt:lpstr>
      <vt:lpstr>Concept and  Importance</vt:lpstr>
      <vt:lpstr>Benefits for IoT Machines</vt:lpstr>
      <vt:lpstr>Challenges and  Considerations</vt:lpstr>
      <vt:lpstr>Deep Learning Models and Techniques</vt:lpstr>
      <vt:lpstr>Data Collection and Feature  Extraction</vt:lpstr>
      <vt:lpstr>Implementation and Performance  Metrics</vt:lpstr>
      <vt:lpstr>Conclusions</vt:lpstr>
      <vt:lpstr>Thank  YOU </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Ganesh Maddala</dc:creator>
  <cp:lastModifiedBy>Ganesh Maddala</cp:lastModifiedBy>
  <cp:revision>1</cp:revision>
  <dcterms:modified xsi:type="dcterms:W3CDTF">2025-11-11T07:27:24Z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2025-11-11T07:17:37Z</dcterms:created>
  <dc:creator>Unknown Creator</dc:creator>
  <dc:description/>
  <dc:language>en-US</dc:language>
  <cp:lastModifiedBy>Unknown Creator</cp:lastModifiedBy>
  <dcterms:modified xsi:type="dcterms:W3CDTF">2025-11-11T07:17:37Z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